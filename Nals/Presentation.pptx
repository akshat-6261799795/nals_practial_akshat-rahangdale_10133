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notesMasterIdLst>
    <p:notesMasterId r:id="rId15"/>
  </p:notesMasterIdLst>
  <p:sldIdLst>
    <p:sldId id="259" r:id="rId2"/>
    <p:sldId id="256" r:id="rId3"/>
    <p:sldId id="257" r:id="rId4"/>
    <p:sldId id="258" r:id="rId5"/>
    <p:sldId id="260" r:id="rId6"/>
    <p:sldId id="264" r:id="rId7"/>
    <p:sldId id="265" r:id="rId8"/>
    <p:sldId id="263" r:id="rId9"/>
    <p:sldId id="266" r:id="rId10"/>
    <p:sldId id="267" r:id="rId11"/>
    <p:sldId id="262" r:id="rId12"/>
    <p:sldId id="268" r:id="rId13"/>
    <p:sldId id="269" r:id="rId14"/>
  </p:sldIdLst>
  <p:sldSz cx="12192000" cy="6858000"/>
  <p:notesSz cx="6858000" cy="9144000"/>
  <p:custShowLst>
    <p:custShow name="Custom Show 1" id="0">
      <p:sldLst>
        <p:sld r:id="rId2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9.svg"/><Relationship Id="rId16" Type="http://schemas.openxmlformats.org/officeDocument/2006/relationships/image" Target="../media/image26.svg"/><Relationship Id="rId1" Type="http://schemas.openxmlformats.org/officeDocument/2006/relationships/image" Target="../media/image8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14.svg"/><Relationship Id="rId16" Type="http://schemas.openxmlformats.org/officeDocument/2006/relationships/image" Target="../media/image42.svg"/><Relationship Id="rId1" Type="http://schemas.openxmlformats.org/officeDocument/2006/relationships/image" Target="../media/image13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9.svg"/><Relationship Id="rId16" Type="http://schemas.openxmlformats.org/officeDocument/2006/relationships/image" Target="../media/image26.svg"/><Relationship Id="rId1" Type="http://schemas.openxmlformats.org/officeDocument/2006/relationships/image" Target="../media/image8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14.svg"/><Relationship Id="rId16" Type="http://schemas.openxmlformats.org/officeDocument/2006/relationships/image" Target="../media/image42.svg"/><Relationship Id="rId1" Type="http://schemas.openxmlformats.org/officeDocument/2006/relationships/image" Target="../media/image13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4AEA10-063E-4574-B336-64D8D1F7CDFF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65E7EC-1CAD-447F-8547-582A05023F2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Android is an </a:t>
          </a:r>
          <a:r>
            <a:rPr lang="en-US" b="1"/>
            <a:t>open-source operating system</a:t>
          </a:r>
          <a:r>
            <a:rPr lang="en-US"/>
            <a:t> designed primarily for </a:t>
          </a:r>
          <a:r>
            <a:rPr lang="en-US" b="1"/>
            <a:t>mobile devices</a:t>
          </a:r>
          <a:r>
            <a:rPr lang="en-US"/>
            <a:t> like smartphones and tablets.</a:t>
          </a:r>
        </a:p>
      </dgm:t>
    </dgm:pt>
    <dgm:pt modelId="{810E8234-AE9F-41FA-9B7C-01F846A81521}" type="parTrans" cxnId="{760AE109-FF38-4119-B3DB-D23B9D05E706}">
      <dgm:prSet/>
      <dgm:spPr/>
      <dgm:t>
        <a:bodyPr/>
        <a:lstStyle/>
        <a:p>
          <a:endParaRPr lang="en-US"/>
        </a:p>
      </dgm:t>
    </dgm:pt>
    <dgm:pt modelId="{00BC76F2-09B1-45C8-A2BF-CD38128492A4}" type="sibTrans" cxnId="{760AE109-FF38-4119-B3DB-D23B9D05E706}">
      <dgm:prSet/>
      <dgm:spPr/>
      <dgm:t>
        <a:bodyPr/>
        <a:lstStyle/>
        <a:p>
          <a:endParaRPr lang="en-US"/>
        </a:p>
      </dgm:t>
    </dgm:pt>
    <dgm:pt modelId="{228ECBEB-7A71-40BC-B5D1-FBC50545B28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Developed by </a:t>
          </a:r>
          <a:r>
            <a:rPr lang="en-US" b="1"/>
            <a:t>Google</a:t>
          </a:r>
          <a:r>
            <a:rPr lang="en-US"/>
            <a:t> and based on the </a:t>
          </a:r>
          <a:r>
            <a:rPr lang="en-US" b="1"/>
            <a:t>Linux kernel</a:t>
          </a:r>
          <a:r>
            <a:rPr lang="en-US"/>
            <a:t>.</a:t>
          </a:r>
        </a:p>
      </dgm:t>
    </dgm:pt>
    <dgm:pt modelId="{6CAD0D03-5F5E-481C-B86F-E0DF36FF60B8}" type="parTrans" cxnId="{00912C71-3219-4385-BCF3-AF650A3E33F5}">
      <dgm:prSet/>
      <dgm:spPr/>
      <dgm:t>
        <a:bodyPr/>
        <a:lstStyle/>
        <a:p>
          <a:endParaRPr lang="en-US"/>
        </a:p>
      </dgm:t>
    </dgm:pt>
    <dgm:pt modelId="{5E9B6E79-BAB8-497A-B365-76374A0C9D4F}" type="sibTrans" cxnId="{00912C71-3219-4385-BCF3-AF650A3E33F5}">
      <dgm:prSet/>
      <dgm:spPr/>
      <dgm:t>
        <a:bodyPr/>
        <a:lstStyle/>
        <a:p>
          <a:endParaRPr lang="en-US"/>
        </a:p>
      </dgm:t>
    </dgm:pt>
    <dgm:pt modelId="{7B574F07-2525-42A4-A490-E2DB07BA21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First commercially released in </a:t>
          </a:r>
          <a:r>
            <a:rPr lang="en-US" b="1"/>
            <a:t>2008</a:t>
          </a:r>
          <a:r>
            <a:rPr lang="en-US"/>
            <a:t>.</a:t>
          </a:r>
        </a:p>
      </dgm:t>
    </dgm:pt>
    <dgm:pt modelId="{EC042F6F-BD24-4F20-B79E-9B6CF3359539}" type="parTrans" cxnId="{53C2DF29-8178-4D4A-A335-2AB364A76D89}">
      <dgm:prSet/>
      <dgm:spPr/>
      <dgm:t>
        <a:bodyPr/>
        <a:lstStyle/>
        <a:p>
          <a:endParaRPr lang="en-US"/>
        </a:p>
      </dgm:t>
    </dgm:pt>
    <dgm:pt modelId="{44F1FC0F-2993-4449-848D-5F71E66D68B1}" type="sibTrans" cxnId="{53C2DF29-8178-4D4A-A335-2AB364A76D89}">
      <dgm:prSet/>
      <dgm:spPr/>
      <dgm:t>
        <a:bodyPr/>
        <a:lstStyle/>
        <a:p>
          <a:endParaRPr lang="en-US"/>
        </a:p>
      </dgm:t>
    </dgm:pt>
    <dgm:pt modelId="{95F1CB23-6E44-4FD6-BEEF-B55B200A633E}" type="pres">
      <dgm:prSet presAssocID="{3E4AEA10-063E-4574-B336-64D8D1F7CDFF}" presName="root" presStyleCnt="0">
        <dgm:presLayoutVars>
          <dgm:dir/>
          <dgm:resizeHandles val="exact"/>
        </dgm:presLayoutVars>
      </dgm:prSet>
      <dgm:spPr/>
    </dgm:pt>
    <dgm:pt modelId="{311DE81A-20A2-4786-9E30-1D2CF36B28C9}" type="pres">
      <dgm:prSet presAssocID="{8865E7EC-1CAD-447F-8547-582A05023F21}" presName="compNode" presStyleCnt="0"/>
      <dgm:spPr/>
    </dgm:pt>
    <dgm:pt modelId="{521CAE47-C7DD-41E9-855B-590417B433FC}" type="pres">
      <dgm:prSet presAssocID="{8865E7EC-1CAD-447F-8547-582A05023F21}" presName="iconBgRect" presStyleLbl="bgShp" presStyleIdx="0" presStyleCnt="3"/>
      <dgm:spPr/>
    </dgm:pt>
    <dgm:pt modelId="{A27FEB20-70E8-43ED-BED3-77F187D0C530}" type="pres">
      <dgm:prSet presAssocID="{8865E7EC-1CAD-447F-8547-582A05023F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1224D51-64C4-4520-842B-7D8F9441F040}" type="pres">
      <dgm:prSet presAssocID="{8865E7EC-1CAD-447F-8547-582A05023F21}" presName="spaceRect" presStyleCnt="0"/>
      <dgm:spPr/>
    </dgm:pt>
    <dgm:pt modelId="{575DCE51-DA01-4375-B398-4D63BA49682D}" type="pres">
      <dgm:prSet presAssocID="{8865E7EC-1CAD-447F-8547-582A05023F21}" presName="textRect" presStyleLbl="revTx" presStyleIdx="0" presStyleCnt="3">
        <dgm:presLayoutVars>
          <dgm:chMax val="1"/>
          <dgm:chPref val="1"/>
        </dgm:presLayoutVars>
      </dgm:prSet>
      <dgm:spPr/>
    </dgm:pt>
    <dgm:pt modelId="{8476EA79-5AAE-4FF5-98FE-0667A2A29FBD}" type="pres">
      <dgm:prSet presAssocID="{00BC76F2-09B1-45C8-A2BF-CD38128492A4}" presName="sibTrans" presStyleCnt="0"/>
      <dgm:spPr/>
    </dgm:pt>
    <dgm:pt modelId="{771C6F9D-BCB7-4D41-887B-5F2CC0889EA8}" type="pres">
      <dgm:prSet presAssocID="{228ECBEB-7A71-40BC-B5D1-FBC50545B280}" presName="compNode" presStyleCnt="0"/>
      <dgm:spPr/>
    </dgm:pt>
    <dgm:pt modelId="{CDD94234-2586-4CE1-86AC-8767CEB41BAB}" type="pres">
      <dgm:prSet presAssocID="{228ECBEB-7A71-40BC-B5D1-FBC50545B280}" presName="iconBgRect" presStyleLbl="bgShp" presStyleIdx="1" presStyleCnt="3"/>
      <dgm:spPr/>
    </dgm:pt>
    <dgm:pt modelId="{3EA96A27-FBB6-4A3E-B707-42241F0E5A19}" type="pres">
      <dgm:prSet presAssocID="{228ECBEB-7A71-40BC-B5D1-FBC50545B28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CCE5B43-6722-4A3E-82E4-5F35B9F35383}" type="pres">
      <dgm:prSet presAssocID="{228ECBEB-7A71-40BC-B5D1-FBC50545B280}" presName="spaceRect" presStyleCnt="0"/>
      <dgm:spPr/>
    </dgm:pt>
    <dgm:pt modelId="{EB0943FD-FC42-4B6F-AA81-6351A09E4D07}" type="pres">
      <dgm:prSet presAssocID="{228ECBEB-7A71-40BC-B5D1-FBC50545B280}" presName="textRect" presStyleLbl="revTx" presStyleIdx="1" presStyleCnt="3">
        <dgm:presLayoutVars>
          <dgm:chMax val="1"/>
          <dgm:chPref val="1"/>
        </dgm:presLayoutVars>
      </dgm:prSet>
      <dgm:spPr/>
    </dgm:pt>
    <dgm:pt modelId="{2905ED56-73BB-408F-8C25-03CF383B6F54}" type="pres">
      <dgm:prSet presAssocID="{5E9B6E79-BAB8-497A-B365-76374A0C9D4F}" presName="sibTrans" presStyleCnt="0"/>
      <dgm:spPr/>
    </dgm:pt>
    <dgm:pt modelId="{3C9DCB5E-CF08-4028-90B3-A64D48C71D2F}" type="pres">
      <dgm:prSet presAssocID="{7B574F07-2525-42A4-A490-E2DB07BA2177}" presName="compNode" presStyleCnt="0"/>
      <dgm:spPr/>
    </dgm:pt>
    <dgm:pt modelId="{12C2B81B-8522-49EA-B55F-C5D84BA48F28}" type="pres">
      <dgm:prSet presAssocID="{7B574F07-2525-42A4-A490-E2DB07BA2177}" presName="iconBgRect" presStyleLbl="bgShp" presStyleIdx="2" presStyleCnt="3"/>
      <dgm:spPr/>
    </dgm:pt>
    <dgm:pt modelId="{5F8EB3E9-3447-4F65-ACAF-F70FF3D85851}" type="pres">
      <dgm:prSet presAssocID="{7B574F07-2525-42A4-A490-E2DB07BA217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46432F03-952A-4473-AF86-DEF34C03E75C}" type="pres">
      <dgm:prSet presAssocID="{7B574F07-2525-42A4-A490-E2DB07BA2177}" presName="spaceRect" presStyleCnt="0"/>
      <dgm:spPr/>
    </dgm:pt>
    <dgm:pt modelId="{0B1A042A-1117-4263-BA5A-3748DB1EF9A7}" type="pres">
      <dgm:prSet presAssocID="{7B574F07-2525-42A4-A490-E2DB07BA217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60AE109-FF38-4119-B3DB-D23B9D05E706}" srcId="{3E4AEA10-063E-4574-B336-64D8D1F7CDFF}" destId="{8865E7EC-1CAD-447F-8547-582A05023F21}" srcOrd="0" destOrd="0" parTransId="{810E8234-AE9F-41FA-9B7C-01F846A81521}" sibTransId="{00BC76F2-09B1-45C8-A2BF-CD38128492A4}"/>
    <dgm:cxn modelId="{DC3F3A0F-45BA-4BC9-A56E-28D11C798CCC}" type="presOf" srcId="{3E4AEA10-063E-4574-B336-64D8D1F7CDFF}" destId="{95F1CB23-6E44-4FD6-BEEF-B55B200A633E}" srcOrd="0" destOrd="0" presId="urn:microsoft.com/office/officeart/2018/5/layout/IconCircleLabelList"/>
    <dgm:cxn modelId="{53C2DF29-8178-4D4A-A335-2AB364A76D89}" srcId="{3E4AEA10-063E-4574-B336-64D8D1F7CDFF}" destId="{7B574F07-2525-42A4-A490-E2DB07BA2177}" srcOrd="2" destOrd="0" parTransId="{EC042F6F-BD24-4F20-B79E-9B6CF3359539}" sibTransId="{44F1FC0F-2993-4449-848D-5F71E66D68B1}"/>
    <dgm:cxn modelId="{00912C71-3219-4385-BCF3-AF650A3E33F5}" srcId="{3E4AEA10-063E-4574-B336-64D8D1F7CDFF}" destId="{228ECBEB-7A71-40BC-B5D1-FBC50545B280}" srcOrd="1" destOrd="0" parTransId="{6CAD0D03-5F5E-481C-B86F-E0DF36FF60B8}" sibTransId="{5E9B6E79-BAB8-497A-B365-76374A0C9D4F}"/>
    <dgm:cxn modelId="{64CD2856-C656-4316-89B1-33E19C9A169F}" type="presOf" srcId="{228ECBEB-7A71-40BC-B5D1-FBC50545B280}" destId="{EB0943FD-FC42-4B6F-AA81-6351A09E4D07}" srcOrd="0" destOrd="0" presId="urn:microsoft.com/office/officeart/2018/5/layout/IconCircleLabelList"/>
    <dgm:cxn modelId="{6B0F4292-DF71-47B8-B575-AE796677B9B8}" type="presOf" srcId="{7B574F07-2525-42A4-A490-E2DB07BA2177}" destId="{0B1A042A-1117-4263-BA5A-3748DB1EF9A7}" srcOrd="0" destOrd="0" presId="urn:microsoft.com/office/officeart/2018/5/layout/IconCircleLabelList"/>
    <dgm:cxn modelId="{26E0EABE-B44D-4626-8518-8721617AECAE}" type="presOf" srcId="{8865E7EC-1CAD-447F-8547-582A05023F21}" destId="{575DCE51-DA01-4375-B398-4D63BA49682D}" srcOrd="0" destOrd="0" presId="urn:microsoft.com/office/officeart/2018/5/layout/IconCircleLabelList"/>
    <dgm:cxn modelId="{502B3F46-307D-48D5-8F99-50CBE9DB705F}" type="presParOf" srcId="{95F1CB23-6E44-4FD6-BEEF-B55B200A633E}" destId="{311DE81A-20A2-4786-9E30-1D2CF36B28C9}" srcOrd="0" destOrd="0" presId="urn:microsoft.com/office/officeart/2018/5/layout/IconCircleLabelList"/>
    <dgm:cxn modelId="{5DA4429E-0EA3-4E46-9B85-7F0FACA183FF}" type="presParOf" srcId="{311DE81A-20A2-4786-9E30-1D2CF36B28C9}" destId="{521CAE47-C7DD-41E9-855B-590417B433FC}" srcOrd="0" destOrd="0" presId="urn:microsoft.com/office/officeart/2018/5/layout/IconCircleLabelList"/>
    <dgm:cxn modelId="{99A9BD4B-A99B-4F82-B78E-A6F216572BE6}" type="presParOf" srcId="{311DE81A-20A2-4786-9E30-1D2CF36B28C9}" destId="{A27FEB20-70E8-43ED-BED3-77F187D0C530}" srcOrd="1" destOrd="0" presId="urn:microsoft.com/office/officeart/2018/5/layout/IconCircleLabelList"/>
    <dgm:cxn modelId="{22D7981A-0021-466A-A4EF-DEEB8F706C06}" type="presParOf" srcId="{311DE81A-20A2-4786-9E30-1D2CF36B28C9}" destId="{91224D51-64C4-4520-842B-7D8F9441F040}" srcOrd="2" destOrd="0" presId="urn:microsoft.com/office/officeart/2018/5/layout/IconCircleLabelList"/>
    <dgm:cxn modelId="{3D138E5E-9390-4001-B6C4-77666AA2EE4B}" type="presParOf" srcId="{311DE81A-20A2-4786-9E30-1D2CF36B28C9}" destId="{575DCE51-DA01-4375-B398-4D63BA49682D}" srcOrd="3" destOrd="0" presId="urn:microsoft.com/office/officeart/2018/5/layout/IconCircleLabelList"/>
    <dgm:cxn modelId="{6C06906F-AF58-41F9-AE77-D45331463E90}" type="presParOf" srcId="{95F1CB23-6E44-4FD6-BEEF-B55B200A633E}" destId="{8476EA79-5AAE-4FF5-98FE-0667A2A29FBD}" srcOrd="1" destOrd="0" presId="urn:microsoft.com/office/officeart/2018/5/layout/IconCircleLabelList"/>
    <dgm:cxn modelId="{4370948A-192F-4D5B-8C52-3671C29FD91B}" type="presParOf" srcId="{95F1CB23-6E44-4FD6-BEEF-B55B200A633E}" destId="{771C6F9D-BCB7-4D41-887B-5F2CC0889EA8}" srcOrd="2" destOrd="0" presId="urn:microsoft.com/office/officeart/2018/5/layout/IconCircleLabelList"/>
    <dgm:cxn modelId="{058212CD-8FD7-46A3-B4AB-AEB614923FD2}" type="presParOf" srcId="{771C6F9D-BCB7-4D41-887B-5F2CC0889EA8}" destId="{CDD94234-2586-4CE1-86AC-8767CEB41BAB}" srcOrd="0" destOrd="0" presId="urn:microsoft.com/office/officeart/2018/5/layout/IconCircleLabelList"/>
    <dgm:cxn modelId="{0A79BD6D-8BC1-4D06-9F7C-6F8E916C191A}" type="presParOf" srcId="{771C6F9D-BCB7-4D41-887B-5F2CC0889EA8}" destId="{3EA96A27-FBB6-4A3E-B707-42241F0E5A19}" srcOrd="1" destOrd="0" presId="urn:microsoft.com/office/officeart/2018/5/layout/IconCircleLabelList"/>
    <dgm:cxn modelId="{457A375C-E47C-4A7F-9F4A-CA58928C5A97}" type="presParOf" srcId="{771C6F9D-BCB7-4D41-887B-5F2CC0889EA8}" destId="{CCCE5B43-6722-4A3E-82E4-5F35B9F35383}" srcOrd="2" destOrd="0" presId="urn:microsoft.com/office/officeart/2018/5/layout/IconCircleLabelList"/>
    <dgm:cxn modelId="{3A334D73-4934-498B-99AD-470A26B545D2}" type="presParOf" srcId="{771C6F9D-BCB7-4D41-887B-5F2CC0889EA8}" destId="{EB0943FD-FC42-4B6F-AA81-6351A09E4D07}" srcOrd="3" destOrd="0" presId="urn:microsoft.com/office/officeart/2018/5/layout/IconCircleLabelList"/>
    <dgm:cxn modelId="{699A02D1-DE59-420A-A212-A9589AF3A13E}" type="presParOf" srcId="{95F1CB23-6E44-4FD6-BEEF-B55B200A633E}" destId="{2905ED56-73BB-408F-8C25-03CF383B6F54}" srcOrd="3" destOrd="0" presId="urn:microsoft.com/office/officeart/2018/5/layout/IconCircleLabelList"/>
    <dgm:cxn modelId="{EBFD3479-D2D8-4D2E-A294-3A99B24CD23E}" type="presParOf" srcId="{95F1CB23-6E44-4FD6-BEEF-B55B200A633E}" destId="{3C9DCB5E-CF08-4028-90B3-A64D48C71D2F}" srcOrd="4" destOrd="0" presId="urn:microsoft.com/office/officeart/2018/5/layout/IconCircleLabelList"/>
    <dgm:cxn modelId="{CB92C0F7-D905-4421-89AF-1A89C6279F17}" type="presParOf" srcId="{3C9DCB5E-CF08-4028-90B3-A64D48C71D2F}" destId="{12C2B81B-8522-49EA-B55F-C5D84BA48F28}" srcOrd="0" destOrd="0" presId="urn:microsoft.com/office/officeart/2018/5/layout/IconCircleLabelList"/>
    <dgm:cxn modelId="{C8896BA2-C117-4DFE-9AB1-DE8A116A5019}" type="presParOf" srcId="{3C9DCB5E-CF08-4028-90B3-A64D48C71D2F}" destId="{5F8EB3E9-3447-4F65-ACAF-F70FF3D85851}" srcOrd="1" destOrd="0" presId="urn:microsoft.com/office/officeart/2018/5/layout/IconCircleLabelList"/>
    <dgm:cxn modelId="{68277521-7837-41E9-8518-1836613271C6}" type="presParOf" srcId="{3C9DCB5E-CF08-4028-90B3-A64D48C71D2F}" destId="{46432F03-952A-4473-AF86-DEF34C03E75C}" srcOrd="2" destOrd="0" presId="urn:microsoft.com/office/officeart/2018/5/layout/IconCircleLabelList"/>
    <dgm:cxn modelId="{9EA1A11F-41F0-4ED5-89B9-E5730CFDF0AD}" type="presParOf" srcId="{3C9DCB5E-CF08-4028-90B3-A64D48C71D2F}" destId="{0B1A042A-1117-4263-BA5A-3748DB1EF9A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F70D97-42FA-4B5B-BAEE-B7AB9ACE6AE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7E1701-AD77-406F-92E8-D29102641B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Open Source:</a:t>
          </a:r>
          <a:r>
            <a:rPr lang="en-US" b="0" i="0" baseline="0"/>
            <a:t> Developers can modify and customize the OS.</a:t>
          </a:r>
          <a:endParaRPr lang="en-US"/>
        </a:p>
      </dgm:t>
    </dgm:pt>
    <dgm:pt modelId="{A35F2827-C9CE-4676-AB02-D8E0827DC231}" type="parTrans" cxnId="{754660FD-A1C0-4E60-BEF7-206497662769}">
      <dgm:prSet/>
      <dgm:spPr/>
      <dgm:t>
        <a:bodyPr/>
        <a:lstStyle/>
        <a:p>
          <a:endParaRPr lang="en-US"/>
        </a:p>
      </dgm:t>
    </dgm:pt>
    <dgm:pt modelId="{EF691E82-DB74-4125-AEFE-C431882C07EC}" type="sibTrans" cxnId="{754660FD-A1C0-4E60-BEF7-206497662769}">
      <dgm:prSet/>
      <dgm:spPr/>
      <dgm:t>
        <a:bodyPr/>
        <a:lstStyle/>
        <a:p>
          <a:endParaRPr lang="en-US"/>
        </a:p>
      </dgm:t>
    </dgm:pt>
    <dgm:pt modelId="{898E204D-E560-4623-B6D2-6BEFB39B65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User Interface (UI):</a:t>
          </a:r>
          <a:r>
            <a:rPr lang="en-US" b="0" i="0" baseline="0"/>
            <a:t> Intuitive and touch-friendly interface.</a:t>
          </a:r>
          <a:endParaRPr lang="en-US"/>
        </a:p>
      </dgm:t>
    </dgm:pt>
    <dgm:pt modelId="{7EFB9D7E-6CA1-4527-8521-D4612194CCE6}" type="parTrans" cxnId="{CD328864-63A4-40FA-A497-5D812A510CF0}">
      <dgm:prSet/>
      <dgm:spPr/>
      <dgm:t>
        <a:bodyPr/>
        <a:lstStyle/>
        <a:p>
          <a:endParaRPr lang="en-US"/>
        </a:p>
      </dgm:t>
    </dgm:pt>
    <dgm:pt modelId="{BDBD6F8C-F970-45F3-9ADB-66C5179DA853}" type="sibTrans" cxnId="{CD328864-63A4-40FA-A497-5D812A510CF0}">
      <dgm:prSet/>
      <dgm:spPr/>
      <dgm:t>
        <a:bodyPr/>
        <a:lstStyle/>
        <a:p>
          <a:endParaRPr lang="en-US"/>
        </a:p>
      </dgm:t>
    </dgm:pt>
    <dgm:pt modelId="{DAF96784-2728-4195-87DC-E5E1F230CB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App Ecosystem:</a:t>
          </a:r>
          <a:r>
            <a:rPr lang="en-US" b="0" i="0" baseline="0"/>
            <a:t> Access to millions of apps via </a:t>
          </a:r>
          <a:r>
            <a:rPr lang="en-US" b="1" i="0" baseline="0"/>
            <a:t>Google Play Store</a:t>
          </a:r>
          <a:r>
            <a:rPr lang="en-US" b="0" i="0" baseline="0"/>
            <a:t>.</a:t>
          </a:r>
          <a:endParaRPr lang="en-US"/>
        </a:p>
      </dgm:t>
    </dgm:pt>
    <dgm:pt modelId="{BE58F6B2-FB6B-4E50-A6A3-6C543EA02FE6}" type="parTrans" cxnId="{79F1A40E-5996-4D46-8CD0-B34AF582D0FF}">
      <dgm:prSet/>
      <dgm:spPr/>
      <dgm:t>
        <a:bodyPr/>
        <a:lstStyle/>
        <a:p>
          <a:endParaRPr lang="en-US"/>
        </a:p>
      </dgm:t>
    </dgm:pt>
    <dgm:pt modelId="{92D8B9D5-34D4-4C84-B65C-3EF5F4C3BC5D}" type="sibTrans" cxnId="{79F1A40E-5996-4D46-8CD0-B34AF582D0FF}">
      <dgm:prSet/>
      <dgm:spPr/>
      <dgm:t>
        <a:bodyPr/>
        <a:lstStyle/>
        <a:p>
          <a:endParaRPr lang="en-US"/>
        </a:p>
      </dgm:t>
    </dgm:pt>
    <dgm:pt modelId="{D49B413E-FD2A-40E7-A3FB-C9D9CEDAF5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Notifications:</a:t>
          </a:r>
          <a:r>
            <a:rPr lang="en-US" b="0" i="0" baseline="0"/>
            <a:t> Provides real-time notifications for apps, messages, and calls.</a:t>
          </a:r>
          <a:endParaRPr lang="en-US"/>
        </a:p>
      </dgm:t>
    </dgm:pt>
    <dgm:pt modelId="{1786403F-6379-4D2A-BB55-8BBF1488E415}" type="parTrans" cxnId="{E98032C7-FA47-44EC-934D-FCA037E67AE0}">
      <dgm:prSet/>
      <dgm:spPr/>
      <dgm:t>
        <a:bodyPr/>
        <a:lstStyle/>
        <a:p>
          <a:endParaRPr lang="en-US"/>
        </a:p>
      </dgm:t>
    </dgm:pt>
    <dgm:pt modelId="{F51A5E13-F30F-46DC-91F7-2C887187932F}" type="sibTrans" cxnId="{E98032C7-FA47-44EC-934D-FCA037E67AE0}">
      <dgm:prSet/>
      <dgm:spPr/>
      <dgm:t>
        <a:bodyPr/>
        <a:lstStyle/>
        <a:p>
          <a:endParaRPr lang="en-US"/>
        </a:p>
      </dgm:t>
    </dgm:pt>
    <dgm:pt modelId="{B46B4FF7-D245-491F-9F50-93B9AC906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Multi-tasking:</a:t>
          </a:r>
          <a:r>
            <a:rPr lang="en-US" b="0" i="0" baseline="0"/>
            <a:t> Run multiple apps at the same time.</a:t>
          </a:r>
          <a:endParaRPr lang="en-US"/>
        </a:p>
      </dgm:t>
    </dgm:pt>
    <dgm:pt modelId="{31FD2C71-91F8-4965-9101-BC0CBEC52F89}" type="parTrans" cxnId="{4B6846CC-0EF9-4BD3-BA94-3BF3DE97AC2C}">
      <dgm:prSet/>
      <dgm:spPr/>
      <dgm:t>
        <a:bodyPr/>
        <a:lstStyle/>
        <a:p>
          <a:endParaRPr lang="en-US"/>
        </a:p>
      </dgm:t>
    </dgm:pt>
    <dgm:pt modelId="{B6E3C0B8-C458-4F3A-AFCA-D2066D205F82}" type="sibTrans" cxnId="{4B6846CC-0EF9-4BD3-BA94-3BF3DE97AC2C}">
      <dgm:prSet/>
      <dgm:spPr/>
      <dgm:t>
        <a:bodyPr/>
        <a:lstStyle/>
        <a:p>
          <a:endParaRPr lang="en-US"/>
        </a:p>
      </dgm:t>
    </dgm:pt>
    <dgm:pt modelId="{02124193-2166-41F0-B7B7-165EFF8CE7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Connectivity:</a:t>
          </a:r>
          <a:r>
            <a:rPr lang="en-US" b="0" i="0" baseline="0"/>
            <a:t> Supports Wi-Fi, Bluetooth, NFC, GPS, and mobile networks.</a:t>
          </a:r>
          <a:endParaRPr lang="en-US"/>
        </a:p>
      </dgm:t>
    </dgm:pt>
    <dgm:pt modelId="{C423932F-8158-42C7-8F55-670204186144}" type="parTrans" cxnId="{B431500E-A372-483D-A468-DDB2E945C22D}">
      <dgm:prSet/>
      <dgm:spPr/>
      <dgm:t>
        <a:bodyPr/>
        <a:lstStyle/>
        <a:p>
          <a:endParaRPr lang="en-US"/>
        </a:p>
      </dgm:t>
    </dgm:pt>
    <dgm:pt modelId="{086FF26B-07EC-4FE2-8A75-BE67C249538A}" type="sibTrans" cxnId="{B431500E-A372-483D-A468-DDB2E945C22D}">
      <dgm:prSet/>
      <dgm:spPr/>
      <dgm:t>
        <a:bodyPr/>
        <a:lstStyle/>
        <a:p>
          <a:endParaRPr lang="en-US"/>
        </a:p>
      </dgm:t>
    </dgm:pt>
    <dgm:pt modelId="{7763A0EB-CA93-4B18-A132-07C5F4F464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Voice Control:</a:t>
          </a:r>
          <a:r>
            <a:rPr lang="en-US" b="0" i="0" baseline="0"/>
            <a:t> Integration with Google Assistant for voice commands.</a:t>
          </a:r>
          <a:endParaRPr lang="en-US"/>
        </a:p>
      </dgm:t>
    </dgm:pt>
    <dgm:pt modelId="{37E0533E-29AF-46CB-9DDB-0BF48D89CB62}" type="parTrans" cxnId="{9D3BF7D2-7061-4D98-9EF8-D13B0D3F02D6}">
      <dgm:prSet/>
      <dgm:spPr/>
      <dgm:t>
        <a:bodyPr/>
        <a:lstStyle/>
        <a:p>
          <a:endParaRPr lang="en-US"/>
        </a:p>
      </dgm:t>
    </dgm:pt>
    <dgm:pt modelId="{65690616-9FC2-4789-AC6B-1BEB0B82179B}" type="sibTrans" cxnId="{9D3BF7D2-7061-4D98-9EF8-D13B0D3F02D6}">
      <dgm:prSet/>
      <dgm:spPr/>
      <dgm:t>
        <a:bodyPr/>
        <a:lstStyle/>
        <a:p>
          <a:endParaRPr lang="en-US"/>
        </a:p>
      </dgm:t>
    </dgm:pt>
    <dgm:pt modelId="{78085C32-168E-4AA0-B391-54AE8499BB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Customization:</a:t>
          </a:r>
          <a:r>
            <a:rPr lang="en-US" b="0" i="0" baseline="0"/>
            <a:t> Widgets, themes, and launcher apps to personalize devices</a:t>
          </a:r>
          <a:endParaRPr lang="en-US"/>
        </a:p>
      </dgm:t>
    </dgm:pt>
    <dgm:pt modelId="{91C894A1-CCD5-4D79-99BC-DBF6F8E10ED9}" type="parTrans" cxnId="{5F1CE028-3C7B-4178-AFAC-47502EC282BB}">
      <dgm:prSet/>
      <dgm:spPr/>
      <dgm:t>
        <a:bodyPr/>
        <a:lstStyle/>
        <a:p>
          <a:endParaRPr lang="en-US"/>
        </a:p>
      </dgm:t>
    </dgm:pt>
    <dgm:pt modelId="{BEBF4F84-3301-4A4C-B631-B00300B7306E}" type="sibTrans" cxnId="{5F1CE028-3C7B-4178-AFAC-47502EC282BB}">
      <dgm:prSet/>
      <dgm:spPr/>
      <dgm:t>
        <a:bodyPr/>
        <a:lstStyle/>
        <a:p>
          <a:endParaRPr lang="en-US"/>
        </a:p>
      </dgm:t>
    </dgm:pt>
    <dgm:pt modelId="{E0B25570-3FC4-4DDD-AB8A-4F4C8A8B0F5D}" type="pres">
      <dgm:prSet presAssocID="{E1F70D97-42FA-4B5B-BAEE-B7AB9ACE6AE5}" presName="root" presStyleCnt="0">
        <dgm:presLayoutVars>
          <dgm:dir/>
          <dgm:resizeHandles val="exact"/>
        </dgm:presLayoutVars>
      </dgm:prSet>
      <dgm:spPr/>
    </dgm:pt>
    <dgm:pt modelId="{77983B70-7FCD-445F-8FB4-67E21E229AF2}" type="pres">
      <dgm:prSet presAssocID="{807E1701-AD77-406F-92E8-D29102641BC9}" presName="compNode" presStyleCnt="0"/>
      <dgm:spPr/>
    </dgm:pt>
    <dgm:pt modelId="{CC78ACBD-682D-4DD7-AA1E-08BC061814EB}" type="pres">
      <dgm:prSet presAssocID="{807E1701-AD77-406F-92E8-D29102641BC9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A9C1675-0463-4251-A57A-298114F130E1}" type="pres">
      <dgm:prSet presAssocID="{807E1701-AD77-406F-92E8-D29102641BC9}" presName="spaceRect" presStyleCnt="0"/>
      <dgm:spPr/>
    </dgm:pt>
    <dgm:pt modelId="{81895F7E-70B8-4442-AE0A-BA417C1E13AE}" type="pres">
      <dgm:prSet presAssocID="{807E1701-AD77-406F-92E8-D29102641BC9}" presName="textRect" presStyleLbl="revTx" presStyleIdx="0" presStyleCnt="8">
        <dgm:presLayoutVars>
          <dgm:chMax val="1"/>
          <dgm:chPref val="1"/>
        </dgm:presLayoutVars>
      </dgm:prSet>
      <dgm:spPr/>
    </dgm:pt>
    <dgm:pt modelId="{24E35C79-CC3F-469A-8F4C-3CCFCE101D62}" type="pres">
      <dgm:prSet presAssocID="{EF691E82-DB74-4125-AEFE-C431882C07EC}" presName="sibTrans" presStyleCnt="0"/>
      <dgm:spPr/>
    </dgm:pt>
    <dgm:pt modelId="{4A2D4F4A-E22D-4D1E-9648-097175881116}" type="pres">
      <dgm:prSet presAssocID="{898E204D-E560-4623-B6D2-6BEFB39B6591}" presName="compNode" presStyleCnt="0"/>
      <dgm:spPr/>
    </dgm:pt>
    <dgm:pt modelId="{2E3A4BD6-671A-472E-9B61-B60DFA43CDC6}" type="pres">
      <dgm:prSet presAssocID="{898E204D-E560-4623-B6D2-6BEFB39B6591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177C412-8DF9-4516-AAD4-A5C654F49AE8}" type="pres">
      <dgm:prSet presAssocID="{898E204D-E560-4623-B6D2-6BEFB39B6591}" presName="spaceRect" presStyleCnt="0"/>
      <dgm:spPr/>
    </dgm:pt>
    <dgm:pt modelId="{1DB4FBB9-D123-4839-A745-3D958D957A0D}" type="pres">
      <dgm:prSet presAssocID="{898E204D-E560-4623-B6D2-6BEFB39B6591}" presName="textRect" presStyleLbl="revTx" presStyleIdx="1" presStyleCnt="8">
        <dgm:presLayoutVars>
          <dgm:chMax val="1"/>
          <dgm:chPref val="1"/>
        </dgm:presLayoutVars>
      </dgm:prSet>
      <dgm:spPr/>
    </dgm:pt>
    <dgm:pt modelId="{B6BDE9AC-9C0F-4C16-B242-92DDC426D9D8}" type="pres">
      <dgm:prSet presAssocID="{BDBD6F8C-F970-45F3-9ADB-66C5179DA853}" presName="sibTrans" presStyleCnt="0"/>
      <dgm:spPr/>
    </dgm:pt>
    <dgm:pt modelId="{FE61FFDB-5D51-44C1-8B3B-1C901706BF69}" type="pres">
      <dgm:prSet presAssocID="{DAF96784-2728-4195-87DC-E5E1F230CBD4}" presName="compNode" presStyleCnt="0"/>
      <dgm:spPr/>
    </dgm:pt>
    <dgm:pt modelId="{19BEE252-BF63-4640-B198-52BB3A1DBDC0}" type="pres">
      <dgm:prSet presAssocID="{DAF96784-2728-4195-87DC-E5E1F230CBD4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926B768E-1CD0-41E4-8261-D04E6AED51D9}" type="pres">
      <dgm:prSet presAssocID="{DAF96784-2728-4195-87DC-E5E1F230CBD4}" presName="spaceRect" presStyleCnt="0"/>
      <dgm:spPr/>
    </dgm:pt>
    <dgm:pt modelId="{453703B2-C148-4AC1-8DFD-5EBD6C0A2328}" type="pres">
      <dgm:prSet presAssocID="{DAF96784-2728-4195-87DC-E5E1F230CBD4}" presName="textRect" presStyleLbl="revTx" presStyleIdx="2" presStyleCnt="8">
        <dgm:presLayoutVars>
          <dgm:chMax val="1"/>
          <dgm:chPref val="1"/>
        </dgm:presLayoutVars>
      </dgm:prSet>
      <dgm:spPr/>
    </dgm:pt>
    <dgm:pt modelId="{08D47FCE-8874-4548-B21F-DA40CED1BB35}" type="pres">
      <dgm:prSet presAssocID="{92D8B9D5-34D4-4C84-B65C-3EF5F4C3BC5D}" presName="sibTrans" presStyleCnt="0"/>
      <dgm:spPr/>
    </dgm:pt>
    <dgm:pt modelId="{4B8E03BC-0BE0-4F87-98F2-FF48A913FFA4}" type="pres">
      <dgm:prSet presAssocID="{D49B413E-FD2A-40E7-A3FB-C9D9CEDAF520}" presName="compNode" presStyleCnt="0"/>
      <dgm:spPr/>
    </dgm:pt>
    <dgm:pt modelId="{FD1D92CE-1E93-41E4-A027-62D7284C28FD}" type="pres">
      <dgm:prSet presAssocID="{D49B413E-FD2A-40E7-A3FB-C9D9CEDAF520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5DBF5210-01A5-4AEF-8CD8-2520FDF88BD5}" type="pres">
      <dgm:prSet presAssocID="{D49B413E-FD2A-40E7-A3FB-C9D9CEDAF520}" presName="spaceRect" presStyleCnt="0"/>
      <dgm:spPr/>
    </dgm:pt>
    <dgm:pt modelId="{791DFE33-DB3B-45C0-BADC-5953B378A970}" type="pres">
      <dgm:prSet presAssocID="{D49B413E-FD2A-40E7-A3FB-C9D9CEDAF520}" presName="textRect" presStyleLbl="revTx" presStyleIdx="3" presStyleCnt="8">
        <dgm:presLayoutVars>
          <dgm:chMax val="1"/>
          <dgm:chPref val="1"/>
        </dgm:presLayoutVars>
      </dgm:prSet>
      <dgm:spPr/>
    </dgm:pt>
    <dgm:pt modelId="{A3558C7C-B6F8-47B1-99A1-50AC19B90341}" type="pres">
      <dgm:prSet presAssocID="{F51A5E13-F30F-46DC-91F7-2C887187932F}" presName="sibTrans" presStyleCnt="0"/>
      <dgm:spPr/>
    </dgm:pt>
    <dgm:pt modelId="{79B2468E-EBB1-4E0F-AD27-4052B44FAE5B}" type="pres">
      <dgm:prSet presAssocID="{B46B4FF7-D245-491F-9F50-93B9AC906992}" presName="compNode" presStyleCnt="0"/>
      <dgm:spPr/>
    </dgm:pt>
    <dgm:pt modelId="{F58F5706-D709-4D60-BB6F-09A2059F7984}" type="pres">
      <dgm:prSet presAssocID="{B46B4FF7-D245-491F-9F50-93B9AC906992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261E41D-563E-4473-B039-E8155E9F9133}" type="pres">
      <dgm:prSet presAssocID="{B46B4FF7-D245-491F-9F50-93B9AC906992}" presName="spaceRect" presStyleCnt="0"/>
      <dgm:spPr/>
    </dgm:pt>
    <dgm:pt modelId="{EBB7DBAF-60EE-4A84-8F9D-3E4E4243184E}" type="pres">
      <dgm:prSet presAssocID="{B46B4FF7-D245-491F-9F50-93B9AC906992}" presName="textRect" presStyleLbl="revTx" presStyleIdx="4" presStyleCnt="8">
        <dgm:presLayoutVars>
          <dgm:chMax val="1"/>
          <dgm:chPref val="1"/>
        </dgm:presLayoutVars>
      </dgm:prSet>
      <dgm:spPr/>
    </dgm:pt>
    <dgm:pt modelId="{E030B072-6971-4180-9053-2B80AFF70A4A}" type="pres">
      <dgm:prSet presAssocID="{B6E3C0B8-C458-4F3A-AFCA-D2066D205F82}" presName="sibTrans" presStyleCnt="0"/>
      <dgm:spPr/>
    </dgm:pt>
    <dgm:pt modelId="{2ADFBD2E-87CE-4986-9832-A802D7E82A80}" type="pres">
      <dgm:prSet presAssocID="{02124193-2166-41F0-B7B7-165EFF8CE7C0}" presName="compNode" presStyleCnt="0"/>
      <dgm:spPr/>
    </dgm:pt>
    <dgm:pt modelId="{49EDA1B3-9076-46B0-A9DD-F6B74B5B640B}" type="pres">
      <dgm:prSet presAssocID="{02124193-2166-41F0-B7B7-165EFF8CE7C0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B732AA9E-A9AC-4770-A653-BEB25995EE5F}" type="pres">
      <dgm:prSet presAssocID="{02124193-2166-41F0-B7B7-165EFF8CE7C0}" presName="spaceRect" presStyleCnt="0"/>
      <dgm:spPr/>
    </dgm:pt>
    <dgm:pt modelId="{9B232C24-5DDC-4B51-874A-A0CEA8EA18B7}" type="pres">
      <dgm:prSet presAssocID="{02124193-2166-41F0-B7B7-165EFF8CE7C0}" presName="textRect" presStyleLbl="revTx" presStyleIdx="5" presStyleCnt="8">
        <dgm:presLayoutVars>
          <dgm:chMax val="1"/>
          <dgm:chPref val="1"/>
        </dgm:presLayoutVars>
      </dgm:prSet>
      <dgm:spPr/>
    </dgm:pt>
    <dgm:pt modelId="{AEB62004-9747-45EF-A503-AAFB6ED7281F}" type="pres">
      <dgm:prSet presAssocID="{086FF26B-07EC-4FE2-8A75-BE67C249538A}" presName="sibTrans" presStyleCnt="0"/>
      <dgm:spPr/>
    </dgm:pt>
    <dgm:pt modelId="{A15A57E6-CA0C-4359-A156-367D53440692}" type="pres">
      <dgm:prSet presAssocID="{7763A0EB-CA93-4B18-A132-07C5F4F4647F}" presName="compNode" presStyleCnt="0"/>
      <dgm:spPr/>
    </dgm:pt>
    <dgm:pt modelId="{3D434DF3-0C17-4465-B355-4817A04419DA}" type="pres">
      <dgm:prSet presAssocID="{7763A0EB-CA93-4B18-A132-07C5F4F4647F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A926C2C0-6079-44C2-B3F9-35A6374E2BD1}" type="pres">
      <dgm:prSet presAssocID="{7763A0EB-CA93-4B18-A132-07C5F4F4647F}" presName="spaceRect" presStyleCnt="0"/>
      <dgm:spPr/>
    </dgm:pt>
    <dgm:pt modelId="{63817324-7A02-409A-810A-21EBC18A4048}" type="pres">
      <dgm:prSet presAssocID="{7763A0EB-CA93-4B18-A132-07C5F4F4647F}" presName="textRect" presStyleLbl="revTx" presStyleIdx="6" presStyleCnt="8">
        <dgm:presLayoutVars>
          <dgm:chMax val="1"/>
          <dgm:chPref val="1"/>
        </dgm:presLayoutVars>
      </dgm:prSet>
      <dgm:spPr/>
    </dgm:pt>
    <dgm:pt modelId="{4EA448C5-562C-4DB9-8990-15AC2319CCFE}" type="pres">
      <dgm:prSet presAssocID="{65690616-9FC2-4789-AC6B-1BEB0B82179B}" presName="sibTrans" presStyleCnt="0"/>
      <dgm:spPr/>
    </dgm:pt>
    <dgm:pt modelId="{0783C4A0-9063-4D48-8873-F5E10352F905}" type="pres">
      <dgm:prSet presAssocID="{78085C32-168E-4AA0-B391-54AE8499BB97}" presName="compNode" presStyleCnt="0"/>
      <dgm:spPr/>
    </dgm:pt>
    <dgm:pt modelId="{C1F0ECB6-F19F-44F9-984A-2A17341AF315}" type="pres">
      <dgm:prSet presAssocID="{78085C32-168E-4AA0-B391-54AE8499BB97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22C9CA4C-F317-41A4-B4B8-62D7C2B3CEA5}" type="pres">
      <dgm:prSet presAssocID="{78085C32-168E-4AA0-B391-54AE8499BB97}" presName="spaceRect" presStyleCnt="0"/>
      <dgm:spPr/>
    </dgm:pt>
    <dgm:pt modelId="{1B1EFA6B-B6BC-451F-91B6-548E69D1E02C}" type="pres">
      <dgm:prSet presAssocID="{78085C32-168E-4AA0-B391-54AE8499BB97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B431500E-A372-483D-A468-DDB2E945C22D}" srcId="{E1F70D97-42FA-4B5B-BAEE-B7AB9ACE6AE5}" destId="{02124193-2166-41F0-B7B7-165EFF8CE7C0}" srcOrd="5" destOrd="0" parTransId="{C423932F-8158-42C7-8F55-670204186144}" sibTransId="{086FF26B-07EC-4FE2-8A75-BE67C249538A}"/>
    <dgm:cxn modelId="{79F1A40E-5996-4D46-8CD0-B34AF582D0FF}" srcId="{E1F70D97-42FA-4B5B-BAEE-B7AB9ACE6AE5}" destId="{DAF96784-2728-4195-87DC-E5E1F230CBD4}" srcOrd="2" destOrd="0" parTransId="{BE58F6B2-FB6B-4E50-A6A3-6C543EA02FE6}" sibTransId="{92D8B9D5-34D4-4C84-B65C-3EF5F4C3BC5D}"/>
    <dgm:cxn modelId="{C4564F13-65C1-4910-98AD-9485C83BA435}" type="presOf" srcId="{807E1701-AD77-406F-92E8-D29102641BC9}" destId="{81895F7E-70B8-4442-AE0A-BA417C1E13AE}" srcOrd="0" destOrd="0" presId="urn:microsoft.com/office/officeart/2018/2/layout/IconLabelList"/>
    <dgm:cxn modelId="{242F4116-B560-49D6-AA79-B9B28FEF5109}" type="presOf" srcId="{B46B4FF7-D245-491F-9F50-93B9AC906992}" destId="{EBB7DBAF-60EE-4A84-8F9D-3E4E4243184E}" srcOrd="0" destOrd="0" presId="urn:microsoft.com/office/officeart/2018/2/layout/IconLabelList"/>
    <dgm:cxn modelId="{5F1CE028-3C7B-4178-AFAC-47502EC282BB}" srcId="{E1F70D97-42FA-4B5B-BAEE-B7AB9ACE6AE5}" destId="{78085C32-168E-4AA0-B391-54AE8499BB97}" srcOrd="7" destOrd="0" parTransId="{91C894A1-CCD5-4D79-99BC-DBF6F8E10ED9}" sibTransId="{BEBF4F84-3301-4A4C-B631-B00300B7306E}"/>
    <dgm:cxn modelId="{33757640-E9A7-4887-BA38-5E8C97C29997}" type="presOf" srcId="{898E204D-E560-4623-B6D2-6BEFB39B6591}" destId="{1DB4FBB9-D123-4839-A745-3D958D957A0D}" srcOrd="0" destOrd="0" presId="urn:microsoft.com/office/officeart/2018/2/layout/IconLabelList"/>
    <dgm:cxn modelId="{F3AFA35E-EBBD-4619-87DE-1BD565AE6960}" type="presOf" srcId="{D49B413E-FD2A-40E7-A3FB-C9D9CEDAF520}" destId="{791DFE33-DB3B-45C0-BADC-5953B378A970}" srcOrd="0" destOrd="0" presId="urn:microsoft.com/office/officeart/2018/2/layout/IconLabelList"/>
    <dgm:cxn modelId="{CD328864-63A4-40FA-A497-5D812A510CF0}" srcId="{E1F70D97-42FA-4B5B-BAEE-B7AB9ACE6AE5}" destId="{898E204D-E560-4623-B6D2-6BEFB39B6591}" srcOrd="1" destOrd="0" parTransId="{7EFB9D7E-6CA1-4527-8521-D4612194CCE6}" sibTransId="{BDBD6F8C-F970-45F3-9ADB-66C5179DA853}"/>
    <dgm:cxn modelId="{E6DCBA59-E986-4FDE-9920-1DD41D8391A8}" type="presOf" srcId="{78085C32-168E-4AA0-B391-54AE8499BB97}" destId="{1B1EFA6B-B6BC-451F-91B6-548E69D1E02C}" srcOrd="0" destOrd="0" presId="urn:microsoft.com/office/officeart/2018/2/layout/IconLabelList"/>
    <dgm:cxn modelId="{5D6CB79F-F3C4-455C-85F8-990309A504E5}" type="presOf" srcId="{02124193-2166-41F0-B7B7-165EFF8CE7C0}" destId="{9B232C24-5DDC-4B51-874A-A0CEA8EA18B7}" srcOrd="0" destOrd="0" presId="urn:microsoft.com/office/officeart/2018/2/layout/IconLabelList"/>
    <dgm:cxn modelId="{C1BA88B7-4133-42A0-BF2B-52A062B00F85}" type="presOf" srcId="{7763A0EB-CA93-4B18-A132-07C5F4F4647F}" destId="{63817324-7A02-409A-810A-21EBC18A4048}" srcOrd="0" destOrd="0" presId="urn:microsoft.com/office/officeart/2018/2/layout/IconLabelList"/>
    <dgm:cxn modelId="{E98032C7-FA47-44EC-934D-FCA037E67AE0}" srcId="{E1F70D97-42FA-4B5B-BAEE-B7AB9ACE6AE5}" destId="{D49B413E-FD2A-40E7-A3FB-C9D9CEDAF520}" srcOrd="3" destOrd="0" parTransId="{1786403F-6379-4D2A-BB55-8BBF1488E415}" sibTransId="{F51A5E13-F30F-46DC-91F7-2C887187932F}"/>
    <dgm:cxn modelId="{4B6846CC-0EF9-4BD3-BA94-3BF3DE97AC2C}" srcId="{E1F70D97-42FA-4B5B-BAEE-B7AB9ACE6AE5}" destId="{B46B4FF7-D245-491F-9F50-93B9AC906992}" srcOrd="4" destOrd="0" parTransId="{31FD2C71-91F8-4965-9101-BC0CBEC52F89}" sibTransId="{B6E3C0B8-C458-4F3A-AFCA-D2066D205F82}"/>
    <dgm:cxn modelId="{CD90FFD0-0307-4224-8D84-657F1CF7435A}" type="presOf" srcId="{DAF96784-2728-4195-87DC-E5E1F230CBD4}" destId="{453703B2-C148-4AC1-8DFD-5EBD6C0A2328}" srcOrd="0" destOrd="0" presId="urn:microsoft.com/office/officeart/2018/2/layout/IconLabelList"/>
    <dgm:cxn modelId="{9D3BF7D2-7061-4D98-9EF8-D13B0D3F02D6}" srcId="{E1F70D97-42FA-4B5B-BAEE-B7AB9ACE6AE5}" destId="{7763A0EB-CA93-4B18-A132-07C5F4F4647F}" srcOrd="6" destOrd="0" parTransId="{37E0533E-29AF-46CB-9DDB-0BF48D89CB62}" sibTransId="{65690616-9FC2-4789-AC6B-1BEB0B82179B}"/>
    <dgm:cxn modelId="{949946D8-0B33-4F26-87BF-9040444CE1F4}" type="presOf" srcId="{E1F70D97-42FA-4B5B-BAEE-B7AB9ACE6AE5}" destId="{E0B25570-3FC4-4DDD-AB8A-4F4C8A8B0F5D}" srcOrd="0" destOrd="0" presId="urn:microsoft.com/office/officeart/2018/2/layout/IconLabelList"/>
    <dgm:cxn modelId="{754660FD-A1C0-4E60-BEF7-206497662769}" srcId="{E1F70D97-42FA-4B5B-BAEE-B7AB9ACE6AE5}" destId="{807E1701-AD77-406F-92E8-D29102641BC9}" srcOrd="0" destOrd="0" parTransId="{A35F2827-C9CE-4676-AB02-D8E0827DC231}" sibTransId="{EF691E82-DB74-4125-AEFE-C431882C07EC}"/>
    <dgm:cxn modelId="{2355E4D3-3617-4108-91A4-BF3DAA78BAE1}" type="presParOf" srcId="{E0B25570-3FC4-4DDD-AB8A-4F4C8A8B0F5D}" destId="{77983B70-7FCD-445F-8FB4-67E21E229AF2}" srcOrd="0" destOrd="0" presId="urn:microsoft.com/office/officeart/2018/2/layout/IconLabelList"/>
    <dgm:cxn modelId="{AF30E707-4B13-4963-A437-E854DF8C6455}" type="presParOf" srcId="{77983B70-7FCD-445F-8FB4-67E21E229AF2}" destId="{CC78ACBD-682D-4DD7-AA1E-08BC061814EB}" srcOrd="0" destOrd="0" presId="urn:microsoft.com/office/officeart/2018/2/layout/IconLabelList"/>
    <dgm:cxn modelId="{8444F139-2084-4F37-B825-A14C0AED395D}" type="presParOf" srcId="{77983B70-7FCD-445F-8FB4-67E21E229AF2}" destId="{DA9C1675-0463-4251-A57A-298114F130E1}" srcOrd="1" destOrd="0" presId="urn:microsoft.com/office/officeart/2018/2/layout/IconLabelList"/>
    <dgm:cxn modelId="{755608EE-A11D-4AA6-B51B-9BD4C8CC0034}" type="presParOf" srcId="{77983B70-7FCD-445F-8FB4-67E21E229AF2}" destId="{81895F7E-70B8-4442-AE0A-BA417C1E13AE}" srcOrd="2" destOrd="0" presId="urn:microsoft.com/office/officeart/2018/2/layout/IconLabelList"/>
    <dgm:cxn modelId="{2AD7355D-E80D-49E7-BB64-EAF65CCB3D70}" type="presParOf" srcId="{E0B25570-3FC4-4DDD-AB8A-4F4C8A8B0F5D}" destId="{24E35C79-CC3F-469A-8F4C-3CCFCE101D62}" srcOrd="1" destOrd="0" presId="urn:microsoft.com/office/officeart/2018/2/layout/IconLabelList"/>
    <dgm:cxn modelId="{FC191193-DBC7-41B6-B79E-683750E76547}" type="presParOf" srcId="{E0B25570-3FC4-4DDD-AB8A-4F4C8A8B0F5D}" destId="{4A2D4F4A-E22D-4D1E-9648-097175881116}" srcOrd="2" destOrd="0" presId="urn:microsoft.com/office/officeart/2018/2/layout/IconLabelList"/>
    <dgm:cxn modelId="{3700CBE3-88F7-4F21-99B6-F4C72BEDFD70}" type="presParOf" srcId="{4A2D4F4A-E22D-4D1E-9648-097175881116}" destId="{2E3A4BD6-671A-472E-9B61-B60DFA43CDC6}" srcOrd="0" destOrd="0" presId="urn:microsoft.com/office/officeart/2018/2/layout/IconLabelList"/>
    <dgm:cxn modelId="{054A483D-54EC-4C79-90F4-047CB328E867}" type="presParOf" srcId="{4A2D4F4A-E22D-4D1E-9648-097175881116}" destId="{4177C412-8DF9-4516-AAD4-A5C654F49AE8}" srcOrd="1" destOrd="0" presId="urn:microsoft.com/office/officeart/2018/2/layout/IconLabelList"/>
    <dgm:cxn modelId="{0E43CC4E-6608-4F62-A43F-A2B89C2ACAE8}" type="presParOf" srcId="{4A2D4F4A-E22D-4D1E-9648-097175881116}" destId="{1DB4FBB9-D123-4839-A745-3D958D957A0D}" srcOrd="2" destOrd="0" presId="urn:microsoft.com/office/officeart/2018/2/layout/IconLabelList"/>
    <dgm:cxn modelId="{0C9F0DEA-665A-45EC-90EC-8C04D22B6A8D}" type="presParOf" srcId="{E0B25570-3FC4-4DDD-AB8A-4F4C8A8B0F5D}" destId="{B6BDE9AC-9C0F-4C16-B242-92DDC426D9D8}" srcOrd="3" destOrd="0" presId="urn:microsoft.com/office/officeart/2018/2/layout/IconLabelList"/>
    <dgm:cxn modelId="{B01EE627-D78D-43F4-A8EF-7E222527F8BE}" type="presParOf" srcId="{E0B25570-3FC4-4DDD-AB8A-4F4C8A8B0F5D}" destId="{FE61FFDB-5D51-44C1-8B3B-1C901706BF69}" srcOrd="4" destOrd="0" presId="urn:microsoft.com/office/officeart/2018/2/layout/IconLabelList"/>
    <dgm:cxn modelId="{2A957305-D5D3-41A6-9ED0-84BB305E3588}" type="presParOf" srcId="{FE61FFDB-5D51-44C1-8B3B-1C901706BF69}" destId="{19BEE252-BF63-4640-B198-52BB3A1DBDC0}" srcOrd="0" destOrd="0" presId="urn:microsoft.com/office/officeart/2018/2/layout/IconLabelList"/>
    <dgm:cxn modelId="{97F5D1F8-B1C6-45B9-8328-30004F1B4037}" type="presParOf" srcId="{FE61FFDB-5D51-44C1-8B3B-1C901706BF69}" destId="{926B768E-1CD0-41E4-8261-D04E6AED51D9}" srcOrd="1" destOrd="0" presId="urn:microsoft.com/office/officeart/2018/2/layout/IconLabelList"/>
    <dgm:cxn modelId="{3EC04A18-F03F-4E8C-AFE6-20D2A1480E92}" type="presParOf" srcId="{FE61FFDB-5D51-44C1-8B3B-1C901706BF69}" destId="{453703B2-C148-4AC1-8DFD-5EBD6C0A2328}" srcOrd="2" destOrd="0" presId="urn:microsoft.com/office/officeart/2018/2/layout/IconLabelList"/>
    <dgm:cxn modelId="{B4D5BA59-3884-4152-AEF1-FDFEBDB2E70C}" type="presParOf" srcId="{E0B25570-3FC4-4DDD-AB8A-4F4C8A8B0F5D}" destId="{08D47FCE-8874-4548-B21F-DA40CED1BB35}" srcOrd="5" destOrd="0" presId="urn:microsoft.com/office/officeart/2018/2/layout/IconLabelList"/>
    <dgm:cxn modelId="{99E8AD42-3EE3-488B-8E28-B398CD3F0BBA}" type="presParOf" srcId="{E0B25570-3FC4-4DDD-AB8A-4F4C8A8B0F5D}" destId="{4B8E03BC-0BE0-4F87-98F2-FF48A913FFA4}" srcOrd="6" destOrd="0" presId="urn:microsoft.com/office/officeart/2018/2/layout/IconLabelList"/>
    <dgm:cxn modelId="{0B324BF2-2FC8-45DF-9393-8B0F28CD1FB5}" type="presParOf" srcId="{4B8E03BC-0BE0-4F87-98F2-FF48A913FFA4}" destId="{FD1D92CE-1E93-41E4-A027-62D7284C28FD}" srcOrd="0" destOrd="0" presId="urn:microsoft.com/office/officeart/2018/2/layout/IconLabelList"/>
    <dgm:cxn modelId="{D4CD8EC9-8518-4517-AC32-5C12843A8C5D}" type="presParOf" srcId="{4B8E03BC-0BE0-4F87-98F2-FF48A913FFA4}" destId="{5DBF5210-01A5-4AEF-8CD8-2520FDF88BD5}" srcOrd="1" destOrd="0" presId="urn:microsoft.com/office/officeart/2018/2/layout/IconLabelList"/>
    <dgm:cxn modelId="{E230299A-0B4C-4EA4-B858-36B327207777}" type="presParOf" srcId="{4B8E03BC-0BE0-4F87-98F2-FF48A913FFA4}" destId="{791DFE33-DB3B-45C0-BADC-5953B378A970}" srcOrd="2" destOrd="0" presId="urn:microsoft.com/office/officeart/2018/2/layout/IconLabelList"/>
    <dgm:cxn modelId="{0BAB5A0D-8D8B-45FC-B224-90C42AAF9F92}" type="presParOf" srcId="{E0B25570-3FC4-4DDD-AB8A-4F4C8A8B0F5D}" destId="{A3558C7C-B6F8-47B1-99A1-50AC19B90341}" srcOrd="7" destOrd="0" presId="urn:microsoft.com/office/officeart/2018/2/layout/IconLabelList"/>
    <dgm:cxn modelId="{A2FBC513-4ADD-4029-B7B8-E618116FCED5}" type="presParOf" srcId="{E0B25570-3FC4-4DDD-AB8A-4F4C8A8B0F5D}" destId="{79B2468E-EBB1-4E0F-AD27-4052B44FAE5B}" srcOrd="8" destOrd="0" presId="urn:microsoft.com/office/officeart/2018/2/layout/IconLabelList"/>
    <dgm:cxn modelId="{6E724FA8-2F5C-4636-BC64-D488D108E6E5}" type="presParOf" srcId="{79B2468E-EBB1-4E0F-AD27-4052B44FAE5B}" destId="{F58F5706-D709-4D60-BB6F-09A2059F7984}" srcOrd="0" destOrd="0" presId="urn:microsoft.com/office/officeart/2018/2/layout/IconLabelList"/>
    <dgm:cxn modelId="{331BDE88-B006-4429-B2CC-522DA3AEB61B}" type="presParOf" srcId="{79B2468E-EBB1-4E0F-AD27-4052B44FAE5B}" destId="{0261E41D-563E-4473-B039-E8155E9F9133}" srcOrd="1" destOrd="0" presId="urn:microsoft.com/office/officeart/2018/2/layout/IconLabelList"/>
    <dgm:cxn modelId="{3CAB388B-854C-476A-A8DA-79825FB8B7F2}" type="presParOf" srcId="{79B2468E-EBB1-4E0F-AD27-4052B44FAE5B}" destId="{EBB7DBAF-60EE-4A84-8F9D-3E4E4243184E}" srcOrd="2" destOrd="0" presId="urn:microsoft.com/office/officeart/2018/2/layout/IconLabelList"/>
    <dgm:cxn modelId="{BA36647E-144E-4867-AE3C-B169CF697D44}" type="presParOf" srcId="{E0B25570-3FC4-4DDD-AB8A-4F4C8A8B0F5D}" destId="{E030B072-6971-4180-9053-2B80AFF70A4A}" srcOrd="9" destOrd="0" presId="urn:microsoft.com/office/officeart/2018/2/layout/IconLabelList"/>
    <dgm:cxn modelId="{C4E60028-7699-4DFA-ADBC-5BAEAE471247}" type="presParOf" srcId="{E0B25570-3FC4-4DDD-AB8A-4F4C8A8B0F5D}" destId="{2ADFBD2E-87CE-4986-9832-A802D7E82A80}" srcOrd="10" destOrd="0" presId="urn:microsoft.com/office/officeart/2018/2/layout/IconLabelList"/>
    <dgm:cxn modelId="{8885CCF8-710B-48DA-952D-92933111B89A}" type="presParOf" srcId="{2ADFBD2E-87CE-4986-9832-A802D7E82A80}" destId="{49EDA1B3-9076-46B0-A9DD-F6B74B5B640B}" srcOrd="0" destOrd="0" presId="urn:microsoft.com/office/officeart/2018/2/layout/IconLabelList"/>
    <dgm:cxn modelId="{BCCCFBFC-46EA-4954-B70F-486FB04E13E2}" type="presParOf" srcId="{2ADFBD2E-87CE-4986-9832-A802D7E82A80}" destId="{B732AA9E-A9AC-4770-A653-BEB25995EE5F}" srcOrd="1" destOrd="0" presId="urn:microsoft.com/office/officeart/2018/2/layout/IconLabelList"/>
    <dgm:cxn modelId="{225E0CE0-CD30-4BA5-93D7-CA244D1B61A4}" type="presParOf" srcId="{2ADFBD2E-87CE-4986-9832-A802D7E82A80}" destId="{9B232C24-5DDC-4B51-874A-A0CEA8EA18B7}" srcOrd="2" destOrd="0" presId="urn:microsoft.com/office/officeart/2018/2/layout/IconLabelList"/>
    <dgm:cxn modelId="{BA741FB6-EB33-4A2F-ABF4-03F7BFA8BDD0}" type="presParOf" srcId="{E0B25570-3FC4-4DDD-AB8A-4F4C8A8B0F5D}" destId="{AEB62004-9747-45EF-A503-AAFB6ED7281F}" srcOrd="11" destOrd="0" presId="urn:microsoft.com/office/officeart/2018/2/layout/IconLabelList"/>
    <dgm:cxn modelId="{F991AC5B-80A6-4356-B988-6B169058C9BD}" type="presParOf" srcId="{E0B25570-3FC4-4DDD-AB8A-4F4C8A8B0F5D}" destId="{A15A57E6-CA0C-4359-A156-367D53440692}" srcOrd="12" destOrd="0" presId="urn:microsoft.com/office/officeart/2018/2/layout/IconLabelList"/>
    <dgm:cxn modelId="{D60382E2-BE7F-4349-A70A-ECBFB632F789}" type="presParOf" srcId="{A15A57E6-CA0C-4359-A156-367D53440692}" destId="{3D434DF3-0C17-4465-B355-4817A04419DA}" srcOrd="0" destOrd="0" presId="urn:microsoft.com/office/officeart/2018/2/layout/IconLabelList"/>
    <dgm:cxn modelId="{2D9734B6-5C2A-4920-9908-F44047DF7FFA}" type="presParOf" srcId="{A15A57E6-CA0C-4359-A156-367D53440692}" destId="{A926C2C0-6079-44C2-B3F9-35A6374E2BD1}" srcOrd="1" destOrd="0" presId="urn:microsoft.com/office/officeart/2018/2/layout/IconLabelList"/>
    <dgm:cxn modelId="{B0564753-3E13-45EC-B73D-B13DD6ACA7E0}" type="presParOf" srcId="{A15A57E6-CA0C-4359-A156-367D53440692}" destId="{63817324-7A02-409A-810A-21EBC18A4048}" srcOrd="2" destOrd="0" presId="urn:microsoft.com/office/officeart/2018/2/layout/IconLabelList"/>
    <dgm:cxn modelId="{8E169A86-0C61-4773-BBE4-B2F72124DF8B}" type="presParOf" srcId="{E0B25570-3FC4-4DDD-AB8A-4F4C8A8B0F5D}" destId="{4EA448C5-562C-4DB9-8990-15AC2319CCFE}" srcOrd="13" destOrd="0" presId="urn:microsoft.com/office/officeart/2018/2/layout/IconLabelList"/>
    <dgm:cxn modelId="{56BF634E-D03B-4239-A436-DA8BF8314250}" type="presParOf" srcId="{E0B25570-3FC4-4DDD-AB8A-4F4C8A8B0F5D}" destId="{0783C4A0-9063-4D48-8873-F5E10352F905}" srcOrd="14" destOrd="0" presId="urn:microsoft.com/office/officeart/2018/2/layout/IconLabelList"/>
    <dgm:cxn modelId="{D7E2959A-00B0-429B-97E4-81366EE898A4}" type="presParOf" srcId="{0783C4A0-9063-4D48-8873-F5E10352F905}" destId="{C1F0ECB6-F19F-44F9-984A-2A17341AF315}" srcOrd="0" destOrd="0" presId="urn:microsoft.com/office/officeart/2018/2/layout/IconLabelList"/>
    <dgm:cxn modelId="{7CB098DF-8535-4CD1-AAE9-55595158DF15}" type="presParOf" srcId="{0783C4A0-9063-4D48-8873-F5E10352F905}" destId="{22C9CA4C-F317-41A4-B4B8-62D7C2B3CEA5}" srcOrd="1" destOrd="0" presId="urn:microsoft.com/office/officeart/2018/2/layout/IconLabelList"/>
    <dgm:cxn modelId="{55A863C3-5471-489D-B497-3B87789D4835}" type="presParOf" srcId="{0783C4A0-9063-4D48-8873-F5E10352F905}" destId="{1B1EFA6B-B6BC-451F-91B6-548E69D1E02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E6A9EE-5FC9-4BAB-867B-F0BBA079C2D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D69693-0A79-4A03-A8F3-BEE6492F2A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User Interface:</a:t>
          </a:r>
          <a:r>
            <a:rPr lang="en-US" b="0" i="0" baseline="0" dirty="0"/>
            <a:t> Intuitive, touch-friendly, smooth animations, consistent design.</a:t>
          </a:r>
          <a:endParaRPr lang="en-US" dirty="0"/>
        </a:p>
      </dgm:t>
    </dgm:pt>
    <dgm:pt modelId="{BE1B0F70-9F7C-41A3-878A-61D6BFFE2365}" type="parTrans" cxnId="{3C478613-3D8A-458E-9EE8-03D08DD0A276}">
      <dgm:prSet/>
      <dgm:spPr/>
      <dgm:t>
        <a:bodyPr/>
        <a:lstStyle/>
        <a:p>
          <a:endParaRPr lang="en-US"/>
        </a:p>
      </dgm:t>
    </dgm:pt>
    <dgm:pt modelId="{AF5EE39C-ABFC-40CA-B0DC-415EC8850F4D}" type="sibTrans" cxnId="{3C478613-3D8A-458E-9EE8-03D08DD0A2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22731E-FE28-44AD-8D0C-E01E20319D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App Store:</a:t>
          </a:r>
          <a:r>
            <a:rPr lang="en-US" b="0" i="0" baseline="0"/>
            <a:t> Access to millions of apps, all vetted by Apple for quality and security.</a:t>
          </a:r>
          <a:endParaRPr lang="en-US"/>
        </a:p>
      </dgm:t>
    </dgm:pt>
    <dgm:pt modelId="{9677C081-CB67-4534-BEBE-B1A2F2E5BB6E}" type="parTrans" cxnId="{7A7659FB-360F-458A-9A91-7A1BB2A023E1}">
      <dgm:prSet/>
      <dgm:spPr/>
      <dgm:t>
        <a:bodyPr/>
        <a:lstStyle/>
        <a:p>
          <a:endParaRPr lang="en-US"/>
        </a:p>
      </dgm:t>
    </dgm:pt>
    <dgm:pt modelId="{8B551EF7-DCAA-4A96-BEBD-9B984E045ED1}" type="sibTrans" cxnId="{7A7659FB-360F-458A-9A91-7A1BB2A023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2AA6133-219C-40DC-B4A5-C46A2C8210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Security:</a:t>
          </a:r>
          <a:r>
            <a:rPr lang="en-US" b="0" i="0" baseline="0"/>
            <a:t> Strong privacy features, encrypted messaging, Face ID/Touch ID.</a:t>
          </a:r>
          <a:endParaRPr lang="en-US"/>
        </a:p>
      </dgm:t>
    </dgm:pt>
    <dgm:pt modelId="{5A9CB788-D39D-4833-A644-6598DC9284FE}" type="parTrans" cxnId="{8C2208AB-0B3A-4A78-9407-50E48F11ED44}">
      <dgm:prSet/>
      <dgm:spPr/>
      <dgm:t>
        <a:bodyPr/>
        <a:lstStyle/>
        <a:p>
          <a:endParaRPr lang="en-US"/>
        </a:p>
      </dgm:t>
    </dgm:pt>
    <dgm:pt modelId="{00F5EA64-B291-429C-BF8A-88687912E5AB}" type="sibTrans" cxnId="{8C2208AB-0B3A-4A78-9407-50E48F11ED4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36EDC6A-570C-43F4-84C9-1CE70FB04A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Ecosystem Integration:</a:t>
          </a:r>
          <a:r>
            <a:rPr lang="en-US" b="0" i="0" baseline="0"/>
            <a:t> Seamless integration with Mac, Apple Watch, iCloud, and Apple TV.</a:t>
          </a:r>
          <a:endParaRPr lang="en-US"/>
        </a:p>
      </dgm:t>
    </dgm:pt>
    <dgm:pt modelId="{BF450D29-FDC0-4F21-B2C4-7C5E3C0BF0A6}" type="parTrans" cxnId="{06FB25B3-2A57-4765-88ED-F90E00209DA8}">
      <dgm:prSet/>
      <dgm:spPr/>
      <dgm:t>
        <a:bodyPr/>
        <a:lstStyle/>
        <a:p>
          <a:endParaRPr lang="en-US"/>
        </a:p>
      </dgm:t>
    </dgm:pt>
    <dgm:pt modelId="{76EBB2A3-CAFF-4090-A85C-AF80BDB02B0E}" type="sibTrans" cxnId="{06FB25B3-2A57-4765-88ED-F90E00209D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033EEE1-F9D1-43E3-89D2-156E54B727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Notifications:</a:t>
          </a:r>
          <a:r>
            <a:rPr lang="en-US" b="0" i="0" baseline="0"/>
            <a:t> Organized and interactive notifications.</a:t>
          </a:r>
          <a:endParaRPr lang="en-US"/>
        </a:p>
      </dgm:t>
    </dgm:pt>
    <dgm:pt modelId="{36C96C90-7B96-4084-BC5C-264A2B11282A}" type="parTrans" cxnId="{0FEB0F72-F4F2-4625-BC85-CF9563DCF9E8}">
      <dgm:prSet/>
      <dgm:spPr/>
      <dgm:t>
        <a:bodyPr/>
        <a:lstStyle/>
        <a:p>
          <a:endParaRPr lang="en-US"/>
        </a:p>
      </dgm:t>
    </dgm:pt>
    <dgm:pt modelId="{FAEEE9EC-B643-4C1B-8008-3A4538121F9B}" type="sibTrans" cxnId="{0FEB0F72-F4F2-4625-BC85-CF9563DCF9E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59A8E1-92D9-428B-908E-D6DF10BBCE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Multitasking:</a:t>
          </a:r>
          <a:r>
            <a:rPr lang="en-US" b="0" i="0" baseline="0"/>
            <a:t> Supports app switching, split-view (on iPad), and background processes.</a:t>
          </a:r>
          <a:endParaRPr lang="en-US"/>
        </a:p>
      </dgm:t>
    </dgm:pt>
    <dgm:pt modelId="{4DBC63AF-8D70-4311-A06C-A595D98DF1E8}" type="parTrans" cxnId="{042211B6-B5A3-4238-A8FA-56EFBE6FB61D}">
      <dgm:prSet/>
      <dgm:spPr/>
      <dgm:t>
        <a:bodyPr/>
        <a:lstStyle/>
        <a:p>
          <a:endParaRPr lang="en-US"/>
        </a:p>
      </dgm:t>
    </dgm:pt>
    <dgm:pt modelId="{0CB98C79-F0B8-4195-BFA2-B0C9144C4E68}" type="sibTrans" cxnId="{042211B6-B5A3-4238-A8FA-56EFBE6FB61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7E2269-A930-4D10-8957-58EE163949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Voice Assistant:</a:t>
          </a:r>
          <a:r>
            <a:rPr lang="en-US" b="0" i="0" baseline="0"/>
            <a:t> Siri for voice commands, reminders, and smart home control.</a:t>
          </a:r>
          <a:endParaRPr lang="en-US"/>
        </a:p>
      </dgm:t>
    </dgm:pt>
    <dgm:pt modelId="{88CAC946-65E3-4BC2-A95B-5C5B84B2B65D}" type="parTrans" cxnId="{B8A50B48-BF84-4B1E-8907-E6480E1B47EA}">
      <dgm:prSet/>
      <dgm:spPr/>
      <dgm:t>
        <a:bodyPr/>
        <a:lstStyle/>
        <a:p>
          <a:endParaRPr lang="en-US"/>
        </a:p>
      </dgm:t>
    </dgm:pt>
    <dgm:pt modelId="{433F27C9-DED4-497E-8BF3-1DCF610B63D8}" type="sibTrans" cxnId="{B8A50B48-BF84-4B1E-8907-E6480E1B47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F11511-FABD-499F-8001-8F292F5C46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Regular Updates:</a:t>
          </a:r>
          <a:r>
            <a:rPr lang="en-US" b="0" i="0" baseline="0" dirty="0"/>
            <a:t> Timely OS updates available for all supported devices.</a:t>
          </a:r>
          <a:endParaRPr lang="en-US" dirty="0"/>
        </a:p>
      </dgm:t>
    </dgm:pt>
    <dgm:pt modelId="{FAE45B49-A8FB-4510-93B7-011B8B9C89B7}" type="parTrans" cxnId="{4D3F788D-F99C-481F-91A5-73601B0C4D83}">
      <dgm:prSet/>
      <dgm:spPr/>
      <dgm:t>
        <a:bodyPr/>
        <a:lstStyle/>
        <a:p>
          <a:endParaRPr lang="en-US"/>
        </a:p>
      </dgm:t>
    </dgm:pt>
    <dgm:pt modelId="{66403C8D-B4E1-40B9-9385-4F5AEF4C97EC}" type="sibTrans" cxnId="{4D3F788D-F99C-481F-91A5-73601B0C4D83}">
      <dgm:prSet/>
      <dgm:spPr/>
      <dgm:t>
        <a:bodyPr/>
        <a:lstStyle/>
        <a:p>
          <a:endParaRPr lang="en-US"/>
        </a:p>
      </dgm:t>
    </dgm:pt>
    <dgm:pt modelId="{C15B877D-E42E-4C45-8EBF-28D1F06C39D3}" type="pres">
      <dgm:prSet presAssocID="{31E6A9EE-5FC9-4BAB-867B-F0BBA079C2D3}" presName="root" presStyleCnt="0">
        <dgm:presLayoutVars>
          <dgm:dir/>
          <dgm:resizeHandles val="exact"/>
        </dgm:presLayoutVars>
      </dgm:prSet>
      <dgm:spPr/>
    </dgm:pt>
    <dgm:pt modelId="{36DDD040-1BC0-4991-990C-B94223C69B8D}" type="pres">
      <dgm:prSet presAssocID="{31E6A9EE-5FC9-4BAB-867B-F0BBA079C2D3}" presName="container" presStyleCnt="0">
        <dgm:presLayoutVars>
          <dgm:dir/>
          <dgm:resizeHandles val="exact"/>
        </dgm:presLayoutVars>
      </dgm:prSet>
      <dgm:spPr/>
    </dgm:pt>
    <dgm:pt modelId="{DCA2C01A-5B9D-4D53-BA2D-E705683A5E2D}" type="pres">
      <dgm:prSet presAssocID="{A4D69693-0A79-4A03-A8F3-BEE6492F2A9E}" presName="compNode" presStyleCnt="0"/>
      <dgm:spPr/>
    </dgm:pt>
    <dgm:pt modelId="{6E6370EA-03A5-4616-B107-04879926082A}" type="pres">
      <dgm:prSet presAssocID="{A4D69693-0A79-4A03-A8F3-BEE6492F2A9E}" presName="iconBgRect" presStyleLbl="bgShp" presStyleIdx="0" presStyleCnt="8"/>
      <dgm:spPr/>
    </dgm:pt>
    <dgm:pt modelId="{69D2AA14-D062-48EB-9FC1-EBEB1D003F21}" type="pres">
      <dgm:prSet presAssocID="{A4D69693-0A79-4A03-A8F3-BEE6492F2A9E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08286B2-5D0A-4F4D-BAEF-16F3B293E0F7}" type="pres">
      <dgm:prSet presAssocID="{A4D69693-0A79-4A03-A8F3-BEE6492F2A9E}" presName="spaceRect" presStyleCnt="0"/>
      <dgm:spPr/>
    </dgm:pt>
    <dgm:pt modelId="{6782A74B-C4BA-4C6E-BC69-C0103DAEBD81}" type="pres">
      <dgm:prSet presAssocID="{A4D69693-0A79-4A03-A8F3-BEE6492F2A9E}" presName="textRect" presStyleLbl="revTx" presStyleIdx="0" presStyleCnt="8">
        <dgm:presLayoutVars>
          <dgm:chMax val="1"/>
          <dgm:chPref val="1"/>
        </dgm:presLayoutVars>
      </dgm:prSet>
      <dgm:spPr/>
    </dgm:pt>
    <dgm:pt modelId="{1B4870A9-E716-47F4-8B1E-B47ECB0D08E5}" type="pres">
      <dgm:prSet presAssocID="{AF5EE39C-ABFC-40CA-B0DC-415EC8850F4D}" presName="sibTrans" presStyleLbl="sibTrans2D1" presStyleIdx="0" presStyleCnt="0"/>
      <dgm:spPr/>
    </dgm:pt>
    <dgm:pt modelId="{2B7F45D9-C66C-4543-ADF0-20D8279BD496}" type="pres">
      <dgm:prSet presAssocID="{B522731E-FE28-44AD-8D0C-E01E20319D21}" presName="compNode" presStyleCnt="0"/>
      <dgm:spPr/>
    </dgm:pt>
    <dgm:pt modelId="{F2E06788-83AA-41DB-A9F4-780ADCAAA00A}" type="pres">
      <dgm:prSet presAssocID="{B522731E-FE28-44AD-8D0C-E01E20319D21}" presName="iconBgRect" presStyleLbl="bgShp" presStyleIdx="1" presStyleCnt="8"/>
      <dgm:spPr/>
    </dgm:pt>
    <dgm:pt modelId="{FA69D6EB-7CEF-4952-81AD-252D8A31E1DA}" type="pres">
      <dgm:prSet presAssocID="{B522731E-FE28-44AD-8D0C-E01E20319D21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52FFA5B2-C329-416C-9E23-15C765C1545F}" type="pres">
      <dgm:prSet presAssocID="{B522731E-FE28-44AD-8D0C-E01E20319D21}" presName="spaceRect" presStyleCnt="0"/>
      <dgm:spPr/>
    </dgm:pt>
    <dgm:pt modelId="{91C31906-8B7F-42A7-B523-F6026ACF33DB}" type="pres">
      <dgm:prSet presAssocID="{B522731E-FE28-44AD-8D0C-E01E20319D21}" presName="textRect" presStyleLbl="revTx" presStyleIdx="1" presStyleCnt="8">
        <dgm:presLayoutVars>
          <dgm:chMax val="1"/>
          <dgm:chPref val="1"/>
        </dgm:presLayoutVars>
      </dgm:prSet>
      <dgm:spPr/>
    </dgm:pt>
    <dgm:pt modelId="{CD950C39-AA21-4F83-B41A-EF1C54EF94F7}" type="pres">
      <dgm:prSet presAssocID="{8B551EF7-DCAA-4A96-BEBD-9B984E045ED1}" presName="sibTrans" presStyleLbl="sibTrans2D1" presStyleIdx="0" presStyleCnt="0"/>
      <dgm:spPr/>
    </dgm:pt>
    <dgm:pt modelId="{394FE505-7827-40FE-8533-92B3D2EF6A99}" type="pres">
      <dgm:prSet presAssocID="{62AA6133-219C-40DC-B4A5-C46A2C821071}" presName="compNode" presStyleCnt="0"/>
      <dgm:spPr/>
    </dgm:pt>
    <dgm:pt modelId="{D9875A77-EF77-49CE-9E81-C23552B8B596}" type="pres">
      <dgm:prSet presAssocID="{62AA6133-219C-40DC-B4A5-C46A2C821071}" presName="iconBgRect" presStyleLbl="bgShp" presStyleIdx="2" presStyleCnt="8"/>
      <dgm:spPr/>
    </dgm:pt>
    <dgm:pt modelId="{622AA17E-9A75-458C-AD61-61349C2D9A4A}" type="pres">
      <dgm:prSet presAssocID="{62AA6133-219C-40DC-B4A5-C46A2C821071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E9046BF0-5215-43FA-84C3-AB9CF8136DA5}" type="pres">
      <dgm:prSet presAssocID="{62AA6133-219C-40DC-B4A5-C46A2C821071}" presName="spaceRect" presStyleCnt="0"/>
      <dgm:spPr/>
    </dgm:pt>
    <dgm:pt modelId="{81B0D1DD-6A14-4392-AB7B-A3CD6290F08D}" type="pres">
      <dgm:prSet presAssocID="{62AA6133-219C-40DC-B4A5-C46A2C821071}" presName="textRect" presStyleLbl="revTx" presStyleIdx="2" presStyleCnt="8">
        <dgm:presLayoutVars>
          <dgm:chMax val="1"/>
          <dgm:chPref val="1"/>
        </dgm:presLayoutVars>
      </dgm:prSet>
      <dgm:spPr/>
    </dgm:pt>
    <dgm:pt modelId="{013CA86D-9A13-40BC-8E85-F8CE1ADCD33E}" type="pres">
      <dgm:prSet presAssocID="{00F5EA64-B291-429C-BF8A-88687912E5AB}" presName="sibTrans" presStyleLbl="sibTrans2D1" presStyleIdx="0" presStyleCnt="0"/>
      <dgm:spPr/>
    </dgm:pt>
    <dgm:pt modelId="{CA768994-7695-451E-8990-9141E623511D}" type="pres">
      <dgm:prSet presAssocID="{836EDC6A-570C-43F4-84C9-1CE70FB04AA6}" presName="compNode" presStyleCnt="0"/>
      <dgm:spPr/>
    </dgm:pt>
    <dgm:pt modelId="{B4EF5481-893C-4411-83EE-7BB28F3E21D3}" type="pres">
      <dgm:prSet presAssocID="{836EDC6A-570C-43F4-84C9-1CE70FB04AA6}" presName="iconBgRect" presStyleLbl="bgShp" presStyleIdx="3" presStyleCnt="8"/>
      <dgm:spPr/>
    </dgm:pt>
    <dgm:pt modelId="{E6FCCD90-76F6-4CDB-BD2E-117EE4E13FEA}" type="pres">
      <dgm:prSet presAssocID="{836EDC6A-570C-43F4-84C9-1CE70FB04AA6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8779573B-EAFA-44F9-8A29-EE6CA312C5A1}" type="pres">
      <dgm:prSet presAssocID="{836EDC6A-570C-43F4-84C9-1CE70FB04AA6}" presName="spaceRect" presStyleCnt="0"/>
      <dgm:spPr/>
    </dgm:pt>
    <dgm:pt modelId="{8A262B0F-07E6-465E-8833-855EC20CD6EB}" type="pres">
      <dgm:prSet presAssocID="{836EDC6A-570C-43F4-84C9-1CE70FB04AA6}" presName="textRect" presStyleLbl="revTx" presStyleIdx="3" presStyleCnt="8">
        <dgm:presLayoutVars>
          <dgm:chMax val="1"/>
          <dgm:chPref val="1"/>
        </dgm:presLayoutVars>
      </dgm:prSet>
      <dgm:spPr/>
    </dgm:pt>
    <dgm:pt modelId="{7C0A69EE-1E0F-44BC-8613-06F1F3067C16}" type="pres">
      <dgm:prSet presAssocID="{76EBB2A3-CAFF-4090-A85C-AF80BDB02B0E}" presName="sibTrans" presStyleLbl="sibTrans2D1" presStyleIdx="0" presStyleCnt="0"/>
      <dgm:spPr/>
    </dgm:pt>
    <dgm:pt modelId="{D13A36AA-C1E3-41CB-99B7-5C38C20572E4}" type="pres">
      <dgm:prSet presAssocID="{E033EEE1-F9D1-43E3-89D2-156E54B7275D}" presName="compNode" presStyleCnt="0"/>
      <dgm:spPr/>
    </dgm:pt>
    <dgm:pt modelId="{E503A603-D588-444B-8007-10531A2E816C}" type="pres">
      <dgm:prSet presAssocID="{E033EEE1-F9D1-43E3-89D2-156E54B7275D}" presName="iconBgRect" presStyleLbl="bgShp" presStyleIdx="4" presStyleCnt="8"/>
      <dgm:spPr/>
    </dgm:pt>
    <dgm:pt modelId="{C457C8B2-8A5F-4ACE-AF84-DC167511E603}" type="pres">
      <dgm:prSet presAssocID="{E033EEE1-F9D1-43E3-89D2-156E54B7275D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8953E302-4055-4673-99F1-2A3ED3EB6FFE}" type="pres">
      <dgm:prSet presAssocID="{E033EEE1-F9D1-43E3-89D2-156E54B7275D}" presName="spaceRect" presStyleCnt="0"/>
      <dgm:spPr/>
    </dgm:pt>
    <dgm:pt modelId="{2A006D07-BB6A-4FF5-92F0-6AAC94EA9354}" type="pres">
      <dgm:prSet presAssocID="{E033EEE1-F9D1-43E3-89D2-156E54B7275D}" presName="textRect" presStyleLbl="revTx" presStyleIdx="4" presStyleCnt="8">
        <dgm:presLayoutVars>
          <dgm:chMax val="1"/>
          <dgm:chPref val="1"/>
        </dgm:presLayoutVars>
      </dgm:prSet>
      <dgm:spPr/>
    </dgm:pt>
    <dgm:pt modelId="{D4EAB683-7AB1-4772-A210-40676E93A8E6}" type="pres">
      <dgm:prSet presAssocID="{FAEEE9EC-B643-4C1B-8008-3A4538121F9B}" presName="sibTrans" presStyleLbl="sibTrans2D1" presStyleIdx="0" presStyleCnt="0"/>
      <dgm:spPr/>
    </dgm:pt>
    <dgm:pt modelId="{3D673DD4-BC99-46A8-B6A5-47BA90E03B96}" type="pres">
      <dgm:prSet presAssocID="{FD59A8E1-92D9-428B-908E-D6DF10BBCE74}" presName="compNode" presStyleCnt="0"/>
      <dgm:spPr/>
    </dgm:pt>
    <dgm:pt modelId="{A844C4CE-5275-44D0-8959-794A410B0164}" type="pres">
      <dgm:prSet presAssocID="{FD59A8E1-92D9-428B-908E-D6DF10BBCE74}" presName="iconBgRect" presStyleLbl="bgShp" presStyleIdx="5" presStyleCnt="8"/>
      <dgm:spPr/>
    </dgm:pt>
    <dgm:pt modelId="{160DFFC7-E3CD-4EBE-9ABA-1DD168E356CD}" type="pres">
      <dgm:prSet presAssocID="{FD59A8E1-92D9-428B-908E-D6DF10BBCE74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DE863EE0-001D-4B5E-A92D-7C32144B8F82}" type="pres">
      <dgm:prSet presAssocID="{FD59A8E1-92D9-428B-908E-D6DF10BBCE74}" presName="spaceRect" presStyleCnt="0"/>
      <dgm:spPr/>
    </dgm:pt>
    <dgm:pt modelId="{C061B3EF-0CB6-4630-BA19-BE1319F83E8D}" type="pres">
      <dgm:prSet presAssocID="{FD59A8E1-92D9-428B-908E-D6DF10BBCE74}" presName="textRect" presStyleLbl="revTx" presStyleIdx="5" presStyleCnt="8">
        <dgm:presLayoutVars>
          <dgm:chMax val="1"/>
          <dgm:chPref val="1"/>
        </dgm:presLayoutVars>
      </dgm:prSet>
      <dgm:spPr/>
    </dgm:pt>
    <dgm:pt modelId="{C71375EF-81AA-4AD1-999A-642F60CCF6D6}" type="pres">
      <dgm:prSet presAssocID="{0CB98C79-F0B8-4195-BFA2-B0C9144C4E68}" presName="sibTrans" presStyleLbl="sibTrans2D1" presStyleIdx="0" presStyleCnt="0"/>
      <dgm:spPr/>
    </dgm:pt>
    <dgm:pt modelId="{7DA9A2B8-06FE-4E23-88C4-9C3E94254E86}" type="pres">
      <dgm:prSet presAssocID="{0C7E2269-A930-4D10-8957-58EE16394987}" presName="compNode" presStyleCnt="0"/>
      <dgm:spPr/>
    </dgm:pt>
    <dgm:pt modelId="{C98286AC-DD92-489C-8A73-3CDD22AD7CA7}" type="pres">
      <dgm:prSet presAssocID="{0C7E2269-A930-4D10-8957-58EE16394987}" presName="iconBgRect" presStyleLbl="bgShp" presStyleIdx="6" presStyleCnt="8"/>
      <dgm:spPr/>
    </dgm:pt>
    <dgm:pt modelId="{B39454EE-ABEF-484F-B329-7894D17AE47B}" type="pres">
      <dgm:prSet presAssocID="{0C7E2269-A930-4D10-8957-58EE16394987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B46BF72C-1B3C-4138-9342-4E693E71092C}" type="pres">
      <dgm:prSet presAssocID="{0C7E2269-A930-4D10-8957-58EE16394987}" presName="spaceRect" presStyleCnt="0"/>
      <dgm:spPr/>
    </dgm:pt>
    <dgm:pt modelId="{E1B3D632-9AEC-478B-ADFF-0A2A41BE7CF2}" type="pres">
      <dgm:prSet presAssocID="{0C7E2269-A930-4D10-8957-58EE16394987}" presName="textRect" presStyleLbl="revTx" presStyleIdx="6" presStyleCnt="8">
        <dgm:presLayoutVars>
          <dgm:chMax val="1"/>
          <dgm:chPref val="1"/>
        </dgm:presLayoutVars>
      </dgm:prSet>
      <dgm:spPr/>
    </dgm:pt>
    <dgm:pt modelId="{9229A6C4-5286-4B05-A7BB-5A5EBC3F7302}" type="pres">
      <dgm:prSet presAssocID="{433F27C9-DED4-497E-8BF3-1DCF610B63D8}" presName="sibTrans" presStyleLbl="sibTrans2D1" presStyleIdx="0" presStyleCnt="0"/>
      <dgm:spPr/>
    </dgm:pt>
    <dgm:pt modelId="{4064FB0B-413A-4060-B968-D84DBFDF92D1}" type="pres">
      <dgm:prSet presAssocID="{19F11511-FABD-499F-8001-8F292F5C466B}" presName="compNode" presStyleCnt="0"/>
      <dgm:spPr/>
    </dgm:pt>
    <dgm:pt modelId="{8B577AAF-893A-42AE-A7E7-96E16F9077EF}" type="pres">
      <dgm:prSet presAssocID="{19F11511-FABD-499F-8001-8F292F5C466B}" presName="iconBgRect" presStyleLbl="bgShp" presStyleIdx="7" presStyleCnt="8"/>
      <dgm:spPr/>
    </dgm:pt>
    <dgm:pt modelId="{F6063D50-0C72-470E-9079-C3F7B5F782F3}" type="pres">
      <dgm:prSet presAssocID="{19F11511-FABD-499F-8001-8F292F5C466B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B25F101-D629-4985-B8BA-65D2E79A9653}" type="pres">
      <dgm:prSet presAssocID="{19F11511-FABD-499F-8001-8F292F5C466B}" presName="spaceRect" presStyleCnt="0"/>
      <dgm:spPr/>
    </dgm:pt>
    <dgm:pt modelId="{A830D6E6-0FD1-4039-83B5-FC8651AECD11}" type="pres">
      <dgm:prSet presAssocID="{19F11511-FABD-499F-8001-8F292F5C466B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3C478613-3D8A-458E-9EE8-03D08DD0A276}" srcId="{31E6A9EE-5FC9-4BAB-867B-F0BBA079C2D3}" destId="{A4D69693-0A79-4A03-A8F3-BEE6492F2A9E}" srcOrd="0" destOrd="0" parTransId="{BE1B0F70-9F7C-41A3-878A-61D6BFFE2365}" sibTransId="{AF5EE39C-ABFC-40CA-B0DC-415EC8850F4D}"/>
    <dgm:cxn modelId="{5C620826-CF26-4DFD-B9F2-4F1BD0831082}" type="presOf" srcId="{FAEEE9EC-B643-4C1B-8008-3A4538121F9B}" destId="{D4EAB683-7AB1-4772-A210-40676E93A8E6}" srcOrd="0" destOrd="0" presId="urn:microsoft.com/office/officeart/2018/2/layout/IconCircleList"/>
    <dgm:cxn modelId="{7200DF26-6765-4710-8587-F9AEFBC46792}" type="presOf" srcId="{76EBB2A3-CAFF-4090-A85C-AF80BDB02B0E}" destId="{7C0A69EE-1E0F-44BC-8613-06F1F3067C16}" srcOrd="0" destOrd="0" presId="urn:microsoft.com/office/officeart/2018/2/layout/IconCircleList"/>
    <dgm:cxn modelId="{8C474939-AC50-482B-AD6F-A1F6C196CB30}" type="presOf" srcId="{836EDC6A-570C-43F4-84C9-1CE70FB04AA6}" destId="{8A262B0F-07E6-465E-8833-855EC20CD6EB}" srcOrd="0" destOrd="0" presId="urn:microsoft.com/office/officeart/2018/2/layout/IconCircleList"/>
    <dgm:cxn modelId="{CA23C23A-BEC3-4F9F-8B18-8363A26DA8FE}" type="presOf" srcId="{0CB98C79-F0B8-4195-BFA2-B0C9144C4E68}" destId="{C71375EF-81AA-4AD1-999A-642F60CCF6D6}" srcOrd="0" destOrd="0" presId="urn:microsoft.com/office/officeart/2018/2/layout/IconCircleList"/>
    <dgm:cxn modelId="{A58BD73A-321D-4177-9C2C-E883D3969687}" type="presOf" srcId="{AF5EE39C-ABFC-40CA-B0DC-415EC8850F4D}" destId="{1B4870A9-E716-47F4-8B1E-B47ECB0D08E5}" srcOrd="0" destOrd="0" presId="urn:microsoft.com/office/officeart/2018/2/layout/IconCircleList"/>
    <dgm:cxn modelId="{D52A023E-5479-4C3E-A8C3-35D3879E7636}" type="presOf" srcId="{31E6A9EE-5FC9-4BAB-867B-F0BBA079C2D3}" destId="{C15B877D-E42E-4C45-8EBF-28D1F06C39D3}" srcOrd="0" destOrd="0" presId="urn:microsoft.com/office/officeart/2018/2/layout/IconCircleList"/>
    <dgm:cxn modelId="{F1FFF640-EB15-4C78-9DD7-2E62B130E3FB}" type="presOf" srcId="{FD59A8E1-92D9-428B-908E-D6DF10BBCE74}" destId="{C061B3EF-0CB6-4630-BA19-BE1319F83E8D}" srcOrd="0" destOrd="0" presId="urn:microsoft.com/office/officeart/2018/2/layout/IconCircleList"/>
    <dgm:cxn modelId="{2745B160-0325-4C49-AADC-92916D1236EE}" type="presOf" srcId="{19F11511-FABD-499F-8001-8F292F5C466B}" destId="{A830D6E6-0FD1-4039-83B5-FC8651AECD11}" srcOrd="0" destOrd="0" presId="urn:microsoft.com/office/officeart/2018/2/layout/IconCircleList"/>
    <dgm:cxn modelId="{B8A50B48-BF84-4B1E-8907-E6480E1B47EA}" srcId="{31E6A9EE-5FC9-4BAB-867B-F0BBA079C2D3}" destId="{0C7E2269-A930-4D10-8957-58EE16394987}" srcOrd="6" destOrd="0" parTransId="{88CAC946-65E3-4BC2-A95B-5C5B84B2B65D}" sibTransId="{433F27C9-DED4-497E-8BF3-1DCF610B63D8}"/>
    <dgm:cxn modelId="{0FEB0F72-F4F2-4625-BC85-CF9563DCF9E8}" srcId="{31E6A9EE-5FC9-4BAB-867B-F0BBA079C2D3}" destId="{E033EEE1-F9D1-43E3-89D2-156E54B7275D}" srcOrd="4" destOrd="0" parTransId="{36C96C90-7B96-4084-BC5C-264A2B11282A}" sibTransId="{FAEEE9EC-B643-4C1B-8008-3A4538121F9B}"/>
    <dgm:cxn modelId="{BC885454-D69B-458B-AE85-918676FA929F}" type="presOf" srcId="{62AA6133-219C-40DC-B4A5-C46A2C821071}" destId="{81B0D1DD-6A14-4392-AB7B-A3CD6290F08D}" srcOrd="0" destOrd="0" presId="urn:microsoft.com/office/officeart/2018/2/layout/IconCircleList"/>
    <dgm:cxn modelId="{E0161089-750A-4DBF-B30C-4EDB929921D8}" type="presOf" srcId="{A4D69693-0A79-4A03-A8F3-BEE6492F2A9E}" destId="{6782A74B-C4BA-4C6E-BC69-C0103DAEBD81}" srcOrd="0" destOrd="0" presId="urn:microsoft.com/office/officeart/2018/2/layout/IconCircleList"/>
    <dgm:cxn modelId="{4D3F788D-F99C-481F-91A5-73601B0C4D83}" srcId="{31E6A9EE-5FC9-4BAB-867B-F0BBA079C2D3}" destId="{19F11511-FABD-499F-8001-8F292F5C466B}" srcOrd="7" destOrd="0" parTransId="{FAE45B49-A8FB-4510-93B7-011B8B9C89B7}" sibTransId="{66403C8D-B4E1-40B9-9385-4F5AEF4C97EC}"/>
    <dgm:cxn modelId="{ACF21691-A5FB-4859-B0F4-077477122599}" type="presOf" srcId="{0C7E2269-A930-4D10-8957-58EE16394987}" destId="{E1B3D632-9AEC-478B-ADFF-0A2A41BE7CF2}" srcOrd="0" destOrd="0" presId="urn:microsoft.com/office/officeart/2018/2/layout/IconCircleList"/>
    <dgm:cxn modelId="{E3A8CAA1-CFE2-4E3A-8386-01A771555040}" type="presOf" srcId="{433F27C9-DED4-497E-8BF3-1DCF610B63D8}" destId="{9229A6C4-5286-4B05-A7BB-5A5EBC3F7302}" srcOrd="0" destOrd="0" presId="urn:microsoft.com/office/officeart/2018/2/layout/IconCircleList"/>
    <dgm:cxn modelId="{ED7009A9-E2DA-4D50-A003-2B045DD64441}" type="presOf" srcId="{E033EEE1-F9D1-43E3-89D2-156E54B7275D}" destId="{2A006D07-BB6A-4FF5-92F0-6AAC94EA9354}" srcOrd="0" destOrd="0" presId="urn:microsoft.com/office/officeart/2018/2/layout/IconCircleList"/>
    <dgm:cxn modelId="{8C2208AB-0B3A-4A78-9407-50E48F11ED44}" srcId="{31E6A9EE-5FC9-4BAB-867B-F0BBA079C2D3}" destId="{62AA6133-219C-40DC-B4A5-C46A2C821071}" srcOrd="2" destOrd="0" parTransId="{5A9CB788-D39D-4833-A644-6598DC9284FE}" sibTransId="{00F5EA64-B291-429C-BF8A-88687912E5AB}"/>
    <dgm:cxn modelId="{06FB25B3-2A57-4765-88ED-F90E00209DA8}" srcId="{31E6A9EE-5FC9-4BAB-867B-F0BBA079C2D3}" destId="{836EDC6A-570C-43F4-84C9-1CE70FB04AA6}" srcOrd="3" destOrd="0" parTransId="{BF450D29-FDC0-4F21-B2C4-7C5E3C0BF0A6}" sibTransId="{76EBB2A3-CAFF-4090-A85C-AF80BDB02B0E}"/>
    <dgm:cxn modelId="{042211B6-B5A3-4238-A8FA-56EFBE6FB61D}" srcId="{31E6A9EE-5FC9-4BAB-867B-F0BBA079C2D3}" destId="{FD59A8E1-92D9-428B-908E-D6DF10BBCE74}" srcOrd="5" destOrd="0" parTransId="{4DBC63AF-8D70-4311-A06C-A595D98DF1E8}" sibTransId="{0CB98C79-F0B8-4195-BFA2-B0C9144C4E68}"/>
    <dgm:cxn modelId="{D41570E8-9F9F-4E12-A297-78C21A12B22B}" type="presOf" srcId="{8B551EF7-DCAA-4A96-BEBD-9B984E045ED1}" destId="{CD950C39-AA21-4F83-B41A-EF1C54EF94F7}" srcOrd="0" destOrd="0" presId="urn:microsoft.com/office/officeart/2018/2/layout/IconCircleList"/>
    <dgm:cxn modelId="{59557EED-82FF-4273-AB26-EBC3D47215CA}" type="presOf" srcId="{B522731E-FE28-44AD-8D0C-E01E20319D21}" destId="{91C31906-8B7F-42A7-B523-F6026ACF33DB}" srcOrd="0" destOrd="0" presId="urn:microsoft.com/office/officeart/2018/2/layout/IconCircleList"/>
    <dgm:cxn modelId="{C9DF4FF7-8DE6-401E-BE6B-47A1D34FC9B5}" type="presOf" srcId="{00F5EA64-B291-429C-BF8A-88687912E5AB}" destId="{013CA86D-9A13-40BC-8E85-F8CE1ADCD33E}" srcOrd="0" destOrd="0" presId="urn:microsoft.com/office/officeart/2018/2/layout/IconCircleList"/>
    <dgm:cxn modelId="{7A7659FB-360F-458A-9A91-7A1BB2A023E1}" srcId="{31E6A9EE-5FC9-4BAB-867B-F0BBA079C2D3}" destId="{B522731E-FE28-44AD-8D0C-E01E20319D21}" srcOrd="1" destOrd="0" parTransId="{9677C081-CB67-4534-BEBE-B1A2F2E5BB6E}" sibTransId="{8B551EF7-DCAA-4A96-BEBD-9B984E045ED1}"/>
    <dgm:cxn modelId="{2621DA83-7867-4785-B9EF-0E6048B34651}" type="presParOf" srcId="{C15B877D-E42E-4C45-8EBF-28D1F06C39D3}" destId="{36DDD040-1BC0-4991-990C-B94223C69B8D}" srcOrd="0" destOrd="0" presId="urn:microsoft.com/office/officeart/2018/2/layout/IconCircleList"/>
    <dgm:cxn modelId="{C59AE762-BE01-4E9D-8475-AA6BBFC24082}" type="presParOf" srcId="{36DDD040-1BC0-4991-990C-B94223C69B8D}" destId="{DCA2C01A-5B9D-4D53-BA2D-E705683A5E2D}" srcOrd="0" destOrd="0" presId="urn:microsoft.com/office/officeart/2018/2/layout/IconCircleList"/>
    <dgm:cxn modelId="{C589F72B-4641-4B1F-A8AC-A69A66A3CC31}" type="presParOf" srcId="{DCA2C01A-5B9D-4D53-BA2D-E705683A5E2D}" destId="{6E6370EA-03A5-4616-B107-04879926082A}" srcOrd="0" destOrd="0" presId="urn:microsoft.com/office/officeart/2018/2/layout/IconCircleList"/>
    <dgm:cxn modelId="{FA317240-C711-44D8-AA4A-9E64905F9712}" type="presParOf" srcId="{DCA2C01A-5B9D-4D53-BA2D-E705683A5E2D}" destId="{69D2AA14-D062-48EB-9FC1-EBEB1D003F21}" srcOrd="1" destOrd="0" presId="urn:microsoft.com/office/officeart/2018/2/layout/IconCircleList"/>
    <dgm:cxn modelId="{7E4A4503-A907-4659-AA61-A002C000019E}" type="presParOf" srcId="{DCA2C01A-5B9D-4D53-BA2D-E705683A5E2D}" destId="{108286B2-5D0A-4F4D-BAEF-16F3B293E0F7}" srcOrd="2" destOrd="0" presId="urn:microsoft.com/office/officeart/2018/2/layout/IconCircleList"/>
    <dgm:cxn modelId="{8D4DB094-14FE-4BE7-885A-215AE68A2178}" type="presParOf" srcId="{DCA2C01A-5B9D-4D53-BA2D-E705683A5E2D}" destId="{6782A74B-C4BA-4C6E-BC69-C0103DAEBD81}" srcOrd="3" destOrd="0" presId="urn:microsoft.com/office/officeart/2018/2/layout/IconCircleList"/>
    <dgm:cxn modelId="{21DAD782-1F38-4A69-ADBA-0FBE753176A2}" type="presParOf" srcId="{36DDD040-1BC0-4991-990C-B94223C69B8D}" destId="{1B4870A9-E716-47F4-8B1E-B47ECB0D08E5}" srcOrd="1" destOrd="0" presId="urn:microsoft.com/office/officeart/2018/2/layout/IconCircleList"/>
    <dgm:cxn modelId="{D6465BEB-3B35-4033-8743-FF9CEBAE5E7A}" type="presParOf" srcId="{36DDD040-1BC0-4991-990C-B94223C69B8D}" destId="{2B7F45D9-C66C-4543-ADF0-20D8279BD496}" srcOrd="2" destOrd="0" presId="urn:microsoft.com/office/officeart/2018/2/layout/IconCircleList"/>
    <dgm:cxn modelId="{C3C73971-41A9-4C4C-928E-EFC0390BD34F}" type="presParOf" srcId="{2B7F45D9-C66C-4543-ADF0-20D8279BD496}" destId="{F2E06788-83AA-41DB-A9F4-780ADCAAA00A}" srcOrd="0" destOrd="0" presId="urn:microsoft.com/office/officeart/2018/2/layout/IconCircleList"/>
    <dgm:cxn modelId="{D7831B66-1568-48F4-B3CD-3AF152D5615D}" type="presParOf" srcId="{2B7F45D9-C66C-4543-ADF0-20D8279BD496}" destId="{FA69D6EB-7CEF-4952-81AD-252D8A31E1DA}" srcOrd="1" destOrd="0" presId="urn:microsoft.com/office/officeart/2018/2/layout/IconCircleList"/>
    <dgm:cxn modelId="{B2A0B826-F71E-4F6B-B75D-36746A98F9C0}" type="presParOf" srcId="{2B7F45D9-C66C-4543-ADF0-20D8279BD496}" destId="{52FFA5B2-C329-416C-9E23-15C765C1545F}" srcOrd="2" destOrd="0" presId="urn:microsoft.com/office/officeart/2018/2/layout/IconCircleList"/>
    <dgm:cxn modelId="{635200B7-4587-4B5E-9BA8-DCE1F355DE42}" type="presParOf" srcId="{2B7F45D9-C66C-4543-ADF0-20D8279BD496}" destId="{91C31906-8B7F-42A7-B523-F6026ACF33DB}" srcOrd="3" destOrd="0" presId="urn:microsoft.com/office/officeart/2018/2/layout/IconCircleList"/>
    <dgm:cxn modelId="{E1BDF4A2-E50A-451C-B7F2-C01FBCDD922D}" type="presParOf" srcId="{36DDD040-1BC0-4991-990C-B94223C69B8D}" destId="{CD950C39-AA21-4F83-B41A-EF1C54EF94F7}" srcOrd="3" destOrd="0" presId="urn:microsoft.com/office/officeart/2018/2/layout/IconCircleList"/>
    <dgm:cxn modelId="{0ADB1EC2-B341-4F8B-968C-9C44A684FB31}" type="presParOf" srcId="{36DDD040-1BC0-4991-990C-B94223C69B8D}" destId="{394FE505-7827-40FE-8533-92B3D2EF6A99}" srcOrd="4" destOrd="0" presId="urn:microsoft.com/office/officeart/2018/2/layout/IconCircleList"/>
    <dgm:cxn modelId="{19D395AD-180A-45D1-A14A-9E77D956A51D}" type="presParOf" srcId="{394FE505-7827-40FE-8533-92B3D2EF6A99}" destId="{D9875A77-EF77-49CE-9E81-C23552B8B596}" srcOrd="0" destOrd="0" presId="urn:microsoft.com/office/officeart/2018/2/layout/IconCircleList"/>
    <dgm:cxn modelId="{6749631C-F059-4B39-B2EA-4EBB7889CA0C}" type="presParOf" srcId="{394FE505-7827-40FE-8533-92B3D2EF6A99}" destId="{622AA17E-9A75-458C-AD61-61349C2D9A4A}" srcOrd="1" destOrd="0" presId="urn:microsoft.com/office/officeart/2018/2/layout/IconCircleList"/>
    <dgm:cxn modelId="{8BE67CAC-DE38-40C7-86AF-D0E5D963355C}" type="presParOf" srcId="{394FE505-7827-40FE-8533-92B3D2EF6A99}" destId="{E9046BF0-5215-43FA-84C3-AB9CF8136DA5}" srcOrd="2" destOrd="0" presId="urn:microsoft.com/office/officeart/2018/2/layout/IconCircleList"/>
    <dgm:cxn modelId="{15BEF8A2-161E-410A-8841-CC140A94E444}" type="presParOf" srcId="{394FE505-7827-40FE-8533-92B3D2EF6A99}" destId="{81B0D1DD-6A14-4392-AB7B-A3CD6290F08D}" srcOrd="3" destOrd="0" presId="urn:microsoft.com/office/officeart/2018/2/layout/IconCircleList"/>
    <dgm:cxn modelId="{DEBADE7E-802A-4942-AF2C-6128869931A7}" type="presParOf" srcId="{36DDD040-1BC0-4991-990C-B94223C69B8D}" destId="{013CA86D-9A13-40BC-8E85-F8CE1ADCD33E}" srcOrd="5" destOrd="0" presId="urn:microsoft.com/office/officeart/2018/2/layout/IconCircleList"/>
    <dgm:cxn modelId="{7FC1D57E-AE97-4022-BA69-2287E71414C6}" type="presParOf" srcId="{36DDD040-1BC0-4991-990C-B94223C69B8D}" destId="{CA768994-7695-451E-8990-9141E623511D}" srcOrd="6" destOrd="0" presId="urn:microsoft.com/office/officeart/2018/2/layout/IconCircleList"/>
    <dgm:cxn modelId="{5FFAAC0A-63DE-4CD1-ABD1-1EF33BCDE251}" type="presParOf" srcId="{CA768994-7695-451E-8990-9141E623511D}" destId="{B4EF5481-893C-4411-83EE-7BB28F3E21D3}" srcOrd="0" destOrd="0" presId="urn:microsoft.com/office/officeart/2018/2/layout/IconCircleList"/>
    <dgm:cxn modelId="{CA3424E8-D67F-45CE-9ED7-9772731958A7}" type="presParOf" srcId="{CA768994-7695-451E-8990-9141E623511D}" destId="{E6FCCD90-76F6-4CDB-BD2E-117EE4E13FEA}" srcOrd="1" destOrd="0" presId="urn:microsoft.com/office/officeart/2018/2/layout/IconCircleList"/>
    <dgm:cxn modelId="{91FA9546-FF2C-4F57-9F59-EF2F700A5365}" type="presParOf" srcId="{CA768994-7695-451E-8990-9141E623511D}" destId="{8779573B-EAFA-44F9-8A29-EE6CA312C5A1}" srcOrd="2" destOrd="0" presId="urn:microsoft.com/office/officeart/2018/2/layout/IconCircleList"/>
    <dgm:cxn modelId="{FCD285EC-F28E-41FD-973F-58E9802D1CDB}" type="presParOf" srcId="{CA768994-7695-451E-8990-9141E623511D}" destId="{8A262B0F-07E6-465E-8833-855EC20CD6EB}" srcOrd="3" destOrd="0" presId="urn:microsoft.com/office/officeart/2018/2/layout/IconCircleList"/>
    <dgm:cxn modelId="{887CFDB2-7540-4F90-99D8-4D6A4BE3B3E1}" type="presParOf" srcId="{36DDD040-1BC0-4991-990C-B94223C69B8D}" destId="{7C0A69EE-1E0F-44BC-8613-06F1F3067C16}" srcOrd="7" destOrd="0" presId="urn:microsoft.com/office/officeart/2018/2/layout/IconCircleList"/>
    <dgm:cxn modelId="{49C9422F-00F8-45D6-B094-57ED0095D96C}" type="presParOf" srcId="{36DDD040-1BC0-4991-990C-B94223C69B8D}" destId="{D13A36AA-C1E3-41CB-99B7-5C38C20572E4}" srcOrd="8" destOrd="0" presId="urn:microsoft.com/office/officeart/2018/2/layout/IconCircleList"/>
    <dgm:cxn modelId="{4BB52348-DBD9-49EC-B156-1C1B15B49601}" type="presParOf" srcId="{D13A36AA-C1E3-41CB-99B7-5C38C20572E4}" destId="{E503A603-D588-444B-8007-10531A2E816C}" srcOrd="0" destOrd="0" presId="urn:microsoft.com/office/officeart/2018/2/layout/IconCircleList"/>
    <dgm:cxn modelId="{56157510-BA8A-4F41-8308-6D68F509F596}" type="presParOf" srcId="{D13A36AA-C1E3-41CB-99B7-5C38C20572E4}" destId="{C457C8B2-8A5F-4ACE-AF84-DC167511E603}" srcOrd="1" destOrd="0" presId="urn:microsoft.com/office/officeart/2018/2/layout/IconCircleList"/>
    <dgm:cxn modelId="{1D1884F3-C59D-4EF0-AAD6-EDE04AAB9BC0}" type="presParOf" srcId="{D13A36AA-C1E3-41CB-99B7-5C38C20572E4}" destId="{8953E302-4055-4673-99F1-2A3ED3EB6FFE}" srcOrd="2" destOrd="0" presId="urn:microsoft.com/office/officeart/2018/2/layout/IconCircleList"/>
    <dgm:cxn modelId="{D86EED6F-9610-4C9A-BA3D-F5DFE4205184}" type="presParOf" srcId="{D13A36AA-C1E3-41CB-99B7-5C38C20572E4}" destId="{2A006D07-BB6A-4FF5-92F0-6AAC94EA9354}" srcOrd="3" destOrd="0" presId="urn:microsoft.com/office/officeart/2018/2/layout/IconCircleList"/>
    <dgm:cxn modelId="{5E24B1B3-C6DE-445B-BC6A-7F5F912B650F}" type="presParOf" srcId="{36DDD040-1BC0-4991-990C-B94223C69B8D}" destId="{D4EAB683-7AB1-4772-A210-40676E93A8E6}" srcOrd="9" destOrd="0" presId="urn:microsoft.com/office/officeart/2018/2/layout/IconCircleList"/>
    <dgm:cxn modelId="{0076A2FD-056B-49BB-AE2A-52DE4DCC5FE4}" type="presParOf" srcId="{36DDD040-1BC0-4991-990C-B94223C69B8D}" destId="{3D673DD4-BC99-46A8-B6A5-47BA90E03B96}" srcOrd="10" destOrd="0" presId="urn:microsoft.com/office/officeart/2018/2/layout/IconCircleList"/>
    <dgm:cxn modelId="{2BE6F1B2-F8A2-4946-99AE-CCC77299B9AC}" type="presParOf" srcId="{3D673DD4-BC99-46A8-B6A5-47BA90E03B96}" destId="{A844C4CE-5275-44D0-8959-794A410B0164}" srcOrd="0" destOrd="0" presId="urn:microsoft.com/office/officeart/2018/2/layout/IconCircleList"/>
    <dgm:cxn modelId="{E85EFB05-F298-4826-BDA8-7E492C1632EB}" type="presParOf" srcId="{3D673DD4-BC99-46A8-B6A5-47BA90E03B96}" destId="{160DFFC7-E3CD-4EBE-9ABA-1DD168E356CD}" srcOrd="1" destOrd="0" presId="urn:microsoft.com/office/officeart/2018/2/layout/IconCircleList"/>
    <dgm:cxn modelId="{4E906821-9341-41D4-B3DE-320D26BD66B1}" type="presParOf" srcId="{3D673DD4-BC99-46A8-B6A5-47BA90E03B96}" destId="{DE863EE0-001D-4B5E-A92D-7C32144B8F82}" srcOrd="2" destOrd="0" presId="urn:microsoft.com/office/officeart/2018/2/layout/IconCircleList"/>
    <dgm:cxn modelId="{08AD42F8-A852-465A-9D70-E3A84EB66E99}" type="presParOf" srcId="{3D673DD4-BC99-46A8-B6A5-47BA90E03B96}" destId="{C061B3EF-0CB6-4630-BA19-BE1319F83E8D}" srcOrd="3" destOrd="0" presId="urn:microsoft.com/office/officeart/2018/2/layout/IconCircleList"/>
    <dgm:cxn modelId="{37B4D583-F32E-497D-A3C5-CD9A58E01A98}" type="presParOf" srcId="{36DDD040-1BC0-4991-990C-B94223C69B8D}" destId="{C71375EF-81AA-4AD1-999A-642F60CCF6D6}" srcOrd="11" destOrd="0" presId="urn:microsoft.com/office/officeart/2018/2/layout/IconCircleList"/>
    <dgm:cxn modelId="{CB8D5F82-E116-42BA-BBD1-14D03F7EB7E8}" type="presParOf" srcId="{36DDD040-1BC0-4991-990C-B94223C69B8D}" destId="{7DA9A2B8-06FE-4E23-88C4-9C3E94254E86}" srcOrd="12" destOrd="0" presId="urn:microsoft.com/office/officeart/2018/2/layout/IconCircleList"/>
    <dgm:cxn modelId="{21A87AD9-7826-400E-BBE2-479C5C0C2495}" type="presParOf" srcId="{7DA9A2B8-06FE-4E23-88C4-9C3E94254E86}" destId="{C98286AC-DD92-489C-8A73-3CDD22AD7CA7}" srcOrd="0" destOrd="0" presId="urn:microsoft.com/office/officeart/2018/2/layout/IconCircleList"/>
    <dgm:cxn modelId="{2E0F93CF-8E70-4F92-B9E0-DB14A96A1AED}" type="presParOf" srcId="{7DA9A2B8-06FE-4E23-88C4-9C3E94254E86}" destId="{B39454EE-ABEF-484F-B329-7894D17AE47B}" srcOrd="1" destOrd="0" presId="urn:microsoft.com/office/officeart/2018/2/layout/IconCircleList"/>
    <dgm:cxn modelId="{1F07179E-25C8-445C-ACE8-DFD0D7D5A096}" type="presParOf" srcId="{7DA9A2B8-06FE-4E23-88C4-9C3E94254E86}" destId="{B46BF72C-1B3C-4138-9342-4E693E71092C}" srcOrd="2" destOrd="0" presId="urn:microsoft.com/office/officeart/2018/2/layout/IconCircleList"/>
    <dgm:cxn modelId="{B6C24F72-FB45-4634-A579-F2130B15DC0C}" type="presParOf" srcId="{7DA9A2B8-06FE-4E23-88C4-9C3E94254E86}" destId="{E1B3D632-9AEC-478B-ADFF-0A2A41BE7CF2}" srcOrd="3" destOrd="0" presId="urn:microsoft.com/office/officeart/2018/2/layout/IconCircleList"/>
    <dgm:cxn modelId="{A27EC8CA-5DE8-4977-B278-2250C9085223}" type="presParOf" srcId="{36DDD040-1BC0-4991-990C-B94223C69B8D}" destId="{9229A6C4-5286-4B05-A7BB-5A5EBC3F7302}" srcOrd="13" destOrd="0" presId="urn:microsoft.com/office/officeart/2018/2/layout/IconCircleList"/>
    <dgm:cxn modelId="{71210F86-CC96-404C-A594-94576B1192F4}" type="presParOf" srcId="{36DDD040-1BC0-4991-990C-B94223C69B8D}" destId="{4064FB0B-413A-4060-B968-D84DBFDF92D1}" srcOrd="14" destOrd="0" presId="urn:microsoft.com/office/officeart/2018/2/layout/IconCircleList"/>
    <dgm:cxn modelId="{0DA5913A-82E1-4D95-BD87-344E813342FD}" type="presParOf" srcId="{4064FB0B-413A-4060-B968-D84DBFDF92D1}" destId="{8B577AAF-893A-42AE-A7E7-96E16F9077EF}" srcOrd="0" destOrd="0" presId="urn:microsoft.com/office/officeart/2018/2/layout/IconCircleList"/>
    <dgm:cxn modelId="{8BA31BDE-DF86-48BC-BE43-F5E387533B2F}" type="presParOf" srcId="{4064FB0B-413A-4060-B968-D84DBFDF92D1}" destId="{F6063D50-0C72-470E-9079-C3F7B5F782F3}" srcOrd="1" destOrd="0" presId="urn:microsoft.com/office/officeart/2018/2/layout/IconCircleList"/>
    <dgm:cxn modelId="{0E5B4EA3-6231-43FC-8E3D-FF41C8B974C1}" type="presParOf" srcId="{4064FB0B-413A-4060-B968-D84DBFDF92D1}" destId="{9B25F101-D629-4985-B8BA-65D2E79A9653}" srcOrd="2" destOrd="0" presId="urn:microsoft.com/office/officeart/2018/2/layout/IconCircleList"/>
    <dgm:cxn modelId="{80187739-36D2-4480-A583-9FED3BAF7F30}" type="presParOf" srcId="{4064FB0B-413A-4060-B968-D84DBFDF92D1}" destId="{A830D6E6-0FD1-4039-83B5-FC8651AECD1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251C9F-680B-426F-A9FA-D685A3E62F2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57AB2E4-875A-4ECF-B492-5D9904954A1A}">
      <dgm:prSet/>
      <dgm:spPr/>
      <dgm:t>
        <a:bodyPr/>
        <a:lstStyle/>
        <a:p>
          <a:r>
            <a:rPr lang="en-US" b="1"/>
            <a:t>Graphical User Interface (GUI):</a:t>
          </a:r>
          <a:r>
            <a:rPr lang="en-US"/>
            <a:t> Uses windows, icons, and menus for ease of use.</a:t>
          </a:r>
        </a:p>
      </dgm:t>
    </dgm:pt>
    <dgm:pt modelId="{1D5FEAAB-EDDB-4A3D-921E-9496C269E705}" type="parTrans" cxnId="{DC46F45C-8A7A-46C4-9B28-A413C0E5137E}">
      <dgm:prSet/>
      <dgm:spPr/>
      <dgm:t>
        <a:bodyPr/>
        <a:lstStyle/>
        <a:p>
          <a:endParaRPr lang="en-US"/>
        </a:p>
      </dgm:t>
    </dgm:pt>
    <dgm:pt modelId="{A05DB533-87BB-4F3E-AC1F-C3A9C9A41184}" type="sibTrans" cxnId="{DC46F45C-8A7A-46C4-9B28-A413C0E5137E}">
      <dgm:prSet/>
      <dgm:spPr/>
      <dgm:t>
        <a:bodyPr/>
        <a:lstStyle/>
        <a:p>
          <a:endParaRPr lang="en-US"/>
        </a:p>
      </dgm:t>
    </dgm:pt>
    <dgm:pt modelId="{04C11761-32D6-46A9-845B-EB2A02E0F1D2}">
      <dgm:prSet/>
      <dgm:spPr/>
      <dgm:t>
        <a:bodyPr/>
        <a:lstStyle/>
        <a:p>
          <a:r>
            <a:rPr lang="en-US" b="1"/>
            <a:t>Start Menu &amp; Taskbar:</a:t>
          </a:r>
          <a:r>
            <a:rPr lang="en-US"/>
            <a:t> Quick access to apps, files, and system settings.</a:t>
          </a:r>
        </a:p>
      </dgm:t>
    </dgm:pt>
    <dgm:pt modelId="{EE934869-A7E7-43ED-A7B0-F91EA09615B4}" type="parTrans" cxnId="{B6B36974-8B2F-45DF-973E-D3B5DAC6BCEB}">
      <dgm:prSet/>
      <dgm:spPr/>
      <dgm:t>
        <a:bodyPr/>
        <a:lstStyle/>
        <a:p>
          <a:endParaRPr lang="en-US"/>
        </a:p>
      </dgm:t>
    </dgm:pt>
    <dgm:pt modelId="{EC39C9BA-3CC6-45DD-A1A2-B2B30793C4CA}" type="sibTrans" cxnId="{B6B36974-8B2F-45DF-973E-D3B5DAC6BCEB}">
      <dgm:prSet/>
      <dgm:spPr/>
      <dgm:t>
        <a:bodyPr/>
        <a:lstStyle/>
        <a:p>
          <a:endParaRPr lang="en-US"/>
        </a:p>
      </dgm:t>
    </dgm:pt>
    <dgm:pt modelId="{41523B6A-C278-4CE1-BFEE-45D9CC22AEBD}">
      <dgm:prSet/>
      <dgm:spPr/>
      <dgm:t>
        <a:bodyPr/>
        <a:lstStyle/>
        <a:p>
          <a:r>
            <a:rPr lang="en-US" b="1"/>
            <a:t>File Management:</a:t>
          </a:r>
          <a:r>
            <a:rPr lang="en-US"/>
            <a:t> File Explorer allows easy access and organization of files.</a:t>
          </a:r>
        </a:p>
      </dgm:t>
    </dgm:pt>
    <dgm:pt modelId="{590DF6C1-A91F-4544-B7CD-57CD53754979}" type="parTrans" cxnId="{BFA8AC52-2CE6-4B32-91A4-004A9FF8EB56}">
      <dgm:prSet/>
      <dgm:spPr/>
      <dgm:t>
        <a:bodyPr/>
        <a:lstStyle/>
        <a:p>
          <a:endParaRPr lang="en-US"/>
        </a:p>
      </dgm:t>
    </dgm:pt>
    <dgm:pt modelId="{93E71C93-08E1-4BAB-BE51-BCFC4B38057C}" type="sibTrans" cxnId="{BFA8AC52-2CE6-4B32-91A4-004A9FF8EB56}">
      <dgm:prSet/>
      <dgm:spPr/>
      <dgm:t>
        <a:bodyPr/>
        <a:lstStyle/>
        <a:p>
          <a:endParaRPr lang="en-US"/>
        </a:p>
      </dgm:t>
    </dgm:pt>
    <dgm:pt modelId="{2AE96196-D2C8-4B4B-A491-AFC626A76DF3}">
      <dgm:prSet/>
      <dgm:spPr/>
      <dgm:t>
        <a:bodyPr/>
        <a:lstStyle/>
        <a:p>
          <a:r>
            <a:rPr lang="en-US" b="1"/>
            <a:t>Multitasking:</a:t>
          </a:r>
          <a:r>
            <a:rPr lang="en-US"/>
            <a:t> Run multiple applications at the same time.</a:t>
          </a:r>
        </a:p>
      </dgm:t>
    </dgm:pt>
    <dgm:pt modelId="{C5BDF431-FD68-4EC5-B4E6-9F12A8859944}" type="parTrans" cxnId="{9900917E-243B-4484-A4A6-6D08590A8043}">
      <dgm:prSet/>
      <dgm:spPr/>
      <dgm:t>
        <a:bodyPr/>
        <a:lstStyle/>
        <a:p>
          <a:endParaRPr lang="en-US"/>
        </a:p>
      </dgm:t>
    </dgm:pt>
    <dgm:pt modelId="{F48A09F4-5975-45C1-96A0-622D6FCC5F6D}" type="sibTrans" cxnId="{9900917E-243B-4484-A4A6-6D08590A8043}">
      <dgm:prSet/>
      <dgm:spPr/>
      <dgm:t>
        <a:bodyPr/>
        <a:lstStyle/>
        <a:p>
          <a:endParaRPr lang="en-US"/>
        </a:p>
      </dgm:t>
    </dgm:pt>
    <dgm:pt modelId="{2E2456A4-0803-4AAF-A1E6-AB1A97577900}">
      <dgm:prSet/>
      <dgm:spPr/>
      <dgm:t>
        <a:bodyPr/>
        <a:lstStyle/>
        <a:p>
          <a:r>
            <a:rPr lang="en-US" b="1"/>
            <a:t>Security Features:</a:t>
          </a:r>
          <a:r>
            <a:rPr lang="en-US"/>
            <a:t> Windows Defender, firewall, and user account control (UAC).</a:t>
          </a:r>
        </a:p>
      </dgm:t>
    </dgm:pt>
    <dgm:pt modelId="{D5FFE8FE-0F19-48EB-86F9-00496A447015}" type="parTrans" cxnId="{6052FBAC-0846-4EF4-B5FA-BA66ADD906B5}">
      <dgm:prSet/>
      <dgm:spPr/>
      <dgm:t>
        <a:bodyPr/>
        <a:lstStyle/>
        <a:p>
          <a:endParaRPr lang="en-US"/>
        </a:p>
      </dgm:t>
    </dgm:pt>
    <dgm:pt modelId="{8D16EAD4-04B4-4361-B2F8-B058AC64C00E}" type="sibTrans" cxnId="{6052FBAC-0846-4EF4-B5FA-BA66ADD906B5}">
      <dgm:prSet/>
      <dgm:spPr/>
      <dgm:t>
        <a:bodyPr/>
        <a:lstStyle/>
        <a:p>
          <a:endParaRPr lang="en-US"/>
        </a:p>
      </dgm:t>
    </dgm:pt>
    <dgm:pt modelId="{9846C994-325A-420F-AE99-BD4370B47542}">
      <dgm:prSet/>
      <dgm:spPr/>
      <dgm:t>
        <a:bodyPr/>
        <a:lstStyle/>
        <a:p>
          <a:r>
            <a:rPr lang="en-US" b="1"/>
            <a:t>Compatibility:</a:t>
          </a:r>
          <a:r>
            <a:rPr lang="en-US"/>
            <a:t> Supports a wide range of hardware and software applications.</a:t>
          </a:r>
        </a:p>
      </dgm:t>
    </dgm:pt>
    <dgm:pt modelId="{FD18FB1F-1B84-4F8D-8ADD-820C2BE75FC2}" type="parTrans" cxnId="{308A1387-973F-4A15-9AA5-9BC21FDE8040}">
      <dgm:prSet/>
      <dgm:spPr/>
      <dgm:t>
        <a:bodyPr/>
        <a:lstStyle/>
        <a:p>
          <a:endParaRPr lang="en-US"/>
        </a:p>
      </dgm:t>
    </dgm:pt>
    <dgm:pt modelId="{B5610839-457E-42AB-97D7-D724F6E5F321}" type="sibTrans" cxnId="{308A1387-973F-4A15-9AA5-9BC21FDE8040}">
      <dgm:prSet/>
      <dgm:spPr/>
      <dgm:t>
        <a:bodyPr/>
        <a:lstStyle/>
        <a:p>
          <a:endParaRPr lang="en-US"/>
        </a:p>
      </dgm:t>
    </dgm:pt>
    <dgm:pt modelId="{AEE2E65A-7822-49AA-A069-79CD68747B84}">
      <dgm:prSet/>
      <dgm:spPr/>
      <dgm:t>
        <a:bodyPr/>
        <a:lstStyle/>
        <a:p>
          <a:r>
            <a:rPr lang="en-US" b="1"/>
            <a:t>Networking:</a:t>
          </a:r>
          <a:r>
            <a:rPr lang="en-US"/>
            <a:t> Easy connection to networks, cloud services, and the internet.</a:t>
          </a:r>
        </a:p>
      </dgm:t>
    </dgm:pt>
    <dgm:pt modelId="{BAA2BEEB-F406-44D5-8F8F-F9C86A8D1C22}" type="parTrans" cxnId="{D9574251-0277-4A14-808A-CF32F0E3500D}">
      <dgm:prSet/>
      <dgm:spPr/>
      <dgm:t>
        <a:bodyPr/>
        <a:lstStyle/>
        <a:p>
          <a:endParaRPr lang="en-US"/>
        </a:p>
      </dgm:t>
    </dgm:pt>
    <dgm:pt modelId="{1413BDB9-6257-4EB8-B8FE-57E0CF4CD0D9}" type="sibTrans" cxnId="{D9574251-0277-4A14-808A-CF32F0E3500D}">
      <dgm:prSet/>
      <dgm:spPr/>
      <dgm:t>
        <a:bodyPr/>
        <a:lstStyle/>
        <a:p>
          <a:endParaRPr lang="en-US"/>
        </a:p>
      </dgm:t>
    </dgm:pt>
    <dgm:pt modelId="{3104BA3E-E512-4783-9CED-1680A42CFAD2}">
      <dgm:prSet/>
      <dgm:spPr/>
      <dgm:t>
        <a:bodyPr/>
        <a:lstStyle/>
        <a:p>
          <a:r>
            <a:rPr lang="en-US" b="1"/>
            <a:t>Virtual Desktops:</a:t>
          </a:r>
          <a:r>
            <a:rPr lang="en-US"/>
            <a:t> Manage multiple desktops for different tasks.</a:t>
          </a:r>
        </a:p>
      </dgm:t>
    </dgm:pt>
    <dgm:pt modelId="{B7A9E7AE-7C97-42CE-B166-EAE6D505DEB5}" type="parTrans" cxnId="{3E724853-FA4B-4689-B20A-AAD6E92458F9}">
      <dgm:prSet/>
      <dgm:spPr/>
      <dgm:t>
        <a:bodyPr/>
        <a:lstStyle/>
        <a:p>
          <a:endParaRPr lang="en-US"/>
        </a:p>
      </dgm:t>
    </dgm:pt>
    <dgm:pt modelId="{3FA15F45-2EF1-4834-8ADF-29CE8BC1C775}" type="sibTrans" cxnId="{3E724853-FA4B-4689-B20A-AAD6E92458F9}">
      <dgm:prSet/>
      <dgm:spPr/>
      <dgm:t>
        <a:bodyPr/>
        <a:lstStyle/>
        <a:p>
          <a:endParaRPr lang="en-US"/>
        </a:p>
      </dgm:t>
    </dgm:pt>
    <dgm:pt modelId="{CF918C5C-A516-4E97-BFEE-C4C80817A06F}" type="pres">
      <dgm:prSet presAssocID="{47251C9F-680B-426F-A9FA-D685A3E62F25}" presName="vert0" presStyleCnt="0">
        <dgm:presLayoutVars>
          <dgm:dir/>
          <dgm:animOne val="branch"/>
          <dgm:animLvl val="lvl"/>
        </dgm:presLayoutVars>
      </dgm:prSet>
      <dgm:spPr/>
    </dgm:pt>
    <dgm:pt modelId="{63A33C73-99B0-4F33-A944-EAB056F158BF}" type="pres">
      <dgm:prSet presAssocID="{357AB2E4-875A-4ECF-B492-5D9904954A1A}" presName="thickLine" presStyleLbl="alignNode1" presStyleIdx="0" presStyleCnt="8"/>
      <dgm:spPr/>
    </dgm:pt>
    <dgm:pt modelId="{8B636A02-9BA4-4446-9B0B-3B6AB1ABE47D}" type="pres">
      <dgm:prSet presAssocID="{357AB2E4-875A-4ECF-B492-5D9904954A1A}" presName="horz1" presStyleCnt="0"/>
      <dgm:spPr/>
    </dgm:pt>
    <dgm:pt modelId="{DD91C1A0-965B-43B7-BEE6-78BA3F107661}" type="pres">
      <dgm:prSet presAssocID="{357AB2E4-875A-4ECF-B492-5D9904954A1A}" presName="tx1" presStyleLbl="revTx" presStyleIdx="0" presStyleCnt="8"/>
      <dgm:spPr/>
    </dgm:pt>
    <dgm:pt modelId="{546E87D3-2A55-4CFC-90E7-17671A83B412}" type="pres">
      <dgm:prSet presAssocID="{357AB2E4-875A-4ECF-B492-5D9904954A1A}" presName="vert1" presStyleCnt="0"/>
      <dgm:spPr/>
    </dgm:pt>
    <dgm:pt modelId="{E3E0F932-C71F-4DAF-AF29-D1C7B99DACB1}" type="pres">
      <dgm:prSet presAssocID="{04C11761-32D6-46A9-845B-EB2A02E0F1D2}" presName="thickLine" presStyleLbl="alignNode1" presStyleIdx="1" presStyleCnt="8"/>
      <dgm:spPr/>
    </dgm:pt>
    <dgm:pt modelId="{016F7AF5-F177-42A0-AC10-33203CA9C465}" type="pres">
      <dgm:prSet presAssocID="{04C11761-32D6-46A9-845B-EB2A02E0F1D2}" presName="horz1" presStyleCnt="0"/>
      <dgm:spPr/>
    </dgm:pt>
    <dgm:pt modelId="{4831EE5B-B576-4FBA-A7FE-975E6C664A26}" type="pres">
      <dgm:prSet presAssocID="{04C11761-32D6-46A9-845B-EB2A02E0F1D2}" presName="tx1" presStyleLbl="revTx" presStyleIdx="1" presStyleCnt="8"/>
      <dgm:spPr/>
    </dgm:pt>
    <dgm:pt modelId="{92951CC9-B055-45F4-B4F3-135287803A41}" type="pres">
      <dgm:prSet presAssocID="{04C11761-32D6-46A9-845B-EB2A02E0F1D2}" presName="vert1" presStyleCnt="0"/>
      <dgm:spPr/>
    </dgm:pt>
    <dgm:pt modelId="{CCCFF3FC-88CA-40BE-987F-15FF20A9D01D}" type="pres">
      <dgm:prSet presAssocID="{41523B6A-C278-4CE1-BFEE-45D9CC22AEBD}" presName="thickLine" presStyleLbl="alignNode1" presStyleIdx="2" presStyleCnt="8"/>
      <dgm:spPr/>
    </dgm:pt>
    <dgm:pt modelId="{0D92005A-3C98-4325-B80C-C09F3268BE2D}" type="pres">
      <dgm:prSet presAssocID="{41523B6A-C278-4CE1-BFEE-45D9CC22AEBD}" presName="horz1" presStyleCnt="0"/>
      <dgm:spPr/>
    </dgm:pt>
    <dgm:pt modelId="{1B6EBDB6-5AE3-47D6-8C37-60F63F99EB75}" type="pres">
      <dgm:prSet presAssocID="{41523B6A-C278-4CE1-BFEE-45D9CC22AEBD}" presName="tx1" presStyleLbl="revTx" presStyleIdx="2" presStyleCnt="8"/>
      <dgm:spPr/>
    </dgm:pt>
    <dgm:pt modelId="{D919CB6F-7036-48A0-80FB-5F5BD74FD4B2}" type="pres">
      <dgm:prSet presAssocID="{41523B6A-C278-4CE1-BFEE-45D9CC22AEBD}" presName="vert1" presStyleCnt="0"/>
      <dgm:spPr/>
    </dgm:pt>
    <dgm:pt modelId="{B8092A4C-9496-4CB5-8895-327246429D91}" type="pres">
      <dgm:prSet presAssocID="{2AE96196-D2C8-4B4B-A491-AFC626A76DF3}" presName="thickLine" presStyleLbl="alignNode1" presStyleIdx="3" presStyleCnt="8"/>
      <dgm:spPr/>
    </dgm:pt>
    <dgm:pt modelId="{7948A208-E351-4280-8A51-D1676F61DE5D}" type="pres">
      <dgm:prSet presAssocID="{2AE96196-D2C8-4B4B-A491-AFC626A76DF3}" presName="horz1" presStyleCnt="0"/>
      <dgm:spPr/>
    </dgm:pt>
    <dgm:pt modelId="{CDB18B18-60C7-458D-87A9-BAAB0168C8ED}" type="pres">
      <dgm:prSet presAssocID="{2AE96196-D2C8-4B4B-A491-AFC626A76DF3}" presName="tx1" presStyleLbl="revTx" presStyleIdx="3" presStyleCnt="8"/>
      <dgm:spPr/>
    </dgm:pt>
    <dgm:pt modelId="{4E77137F-3785-4B75-B3D1-D0283CA47B45}" type="pres">
      <dgm:prSet presAssocID="{2AE96196-D2C8-4B4B-A491-AFC626A76DF3}" presName="vert1" presStyleCnt="0"/>
      <dgm:spPr/>
    </dgm:pt>
    <dgm:pt modelId="{3D5E5BCE-C160-4B69-99F5-ED264ADF47F6}" type="pres">
      <dgm:prSet presAssocID="{2E2456A4-0803-4AAF-A1E6-AB1A97577900}" presName="thickLine" presStyleLbl="alignNode1" presStyleIdx="4" presStyleCnt="8"/>
      <dgm:spPr/>
    </dgm:pt>
    <dgm:pt modelId="{E50C7460-9171-4475-B796-AE3C7A762D5A}" type="pres">
      <dgm:prSet presAssocID="{2E2456A4-0803-4AAF-A1E6-AB1A97577900}" presName="horz1" presStyleCnt="0"/>
      <dgm:spPr/>
    </dgm:pt>
    <dgm:pt modelId="{E930B39C-C076-404F-B3CB-8A0539BFEA43}" type="pres">
      <dgm:prSet presAssocID="{2E2456A4-0803-4AAF-A1E6-AB1A97577900}" presName="tx1" presStyleLbl="revTx" presStyleIdx="4" presStyleCnt="8"/>
      <dgm:spPr/>
    </dgm:pt>
    <dgm:pt modelId="{678C4E38-D0D0-4E6C-82B2-F3536B32A1B4}" type="pres">
      <dgm:prSet presAssocID="{2E2456A4-0803-4AAF-A1E6-AB1A97577900}" presName="vert1" presStyleCnt="0"/>
      <dgm:spPr/>
    </dgm:pt>
    <dgm:pt modelId="{A077C041-C603-4B57-89FF-E5E619852C3A}" type="pres">
      <dgm:prSet presAssocID="{9846C994-325A-420F-AE99-BD4370B47542}" presName="thickLine" presStyleLbl="alignNode1" presStyleIdx="5" presStyleCnt="8"/>
      <dgm:spPr/>
    </dgm:pt>
    <dgm:pt modelId="{622835B0-48BB-4337-9C44-C3EFC9E79121}" type="pres">
      <dgm:prSet presAssocID="{9846C994-325A-420F-AE99-BD4370B47542}" presName="horz1" presStyleCnt="0"/>
      <dgm:spPr/>
    </dgm:pt>
    <dgm:pt modelId="{908509F8-0235-456D-8994-CB4DA471B092}" type="pres">
      <dgm:prSet presAssocID="{9846C994-325A-420F-AE99-BD4370B47542}" presName="tx1" presStyleLbl="revTx" presStyleIdx="5" presStyleCnt="8"/>
      <dgm:spPr/>
    </dgm:pt>
    <dgm:pt modelId="{B6E8C9EA-81B2-42BB-BFCD-EEADBE415D78}" type="pres">
      <dgm:prSet presAssocID="{9846C994-325A-420F-AE99-BD4370B47542}" presName="vert1" presStyleCnt="0"/>
      <dgm:spPr/>
    </dgm:pt>
    <dgm:pt modelId="{DE546E14-7C0D-4035-A4A5-7C17656F0277}" type="pres">
      <dgm:prSet presAssocID="{AEE2E65A-7822-49AA-A069-79CD68747B84}" presName="thickLine" presStyleLbl="alignNode1" presStyleIdx="6" presStyleCnt="8"/>
      <dgm:spPr/>
    </dgm:pt>
    <dgm:pt modelId="{CA17796C-B7D8-40DB-B55C-4D7230034D14}" type="pres">
      <dgm:prSet presAssocID="{AEE2E65A-7822-49AA-A069-79CD68747B84}" presName="horz1" presStyleCnt="0"/>
      <dgm:spPr/>
    </dgm:pt>
    <dgm:pt modelId="{475ED253-B831-47F8-91AA-7188B8D21C1C}" type="pres">
      <dgm:prSet presAssocID="{AEE2E65A-7822-49AA-A069-79CD68747B84}" presName="tx1" presStyleLbl="revTx" presStyleIdx="6" presStyleCnt="8"/>
      <dgm:spPr/>
    </dgm:pt>
    <dgm:pt modelId="{D579FCB4-42EA-49B8-83BE-828320C57BDD}" type="pres">
      <dgm:prSet presAssocID="{AEE2E65A-7822-49AA-A069-79CD68747B84}" presName="vert1" presStyleCnt="0"/>
      <dgm:spPr/>
    </dgm:pt>
    <dgm:pt modelId="{6BC56824-97EC-4A86-B906-661A8A8A02AB}" type="pres">
      <dgm:prSet presAssocID="{3104BA3E-E512-4783-9CED-1680A42CFAD2}" presName="thickLine" presStyleLbl="alignNode1" presStyleIdx="7" presStyleCnt="8"/>
      <dgm:spPr/>
    </dgm:pt>
    <dgm:pt modelId="{A192831C-D6D3-4EF2-9274-1A1644486C0F}" type="pres">
      <dgm:prSet presAssocID="{3104BA3E-E512-4783-9CED-1680A42CFAD2}" presName="horz1" presStyleCnt="0"/>
      <dgm:spPr/>
    </dgm:pt>
    <dgm:pt modelId="{2BFE77ED-5EBD-48F4-B581-6186ED842E3F}" type="pres">
      <dgm:prSet presAssocID="{3104BA3E-E512-4783-9CED-1680A42CFAD2}" presName="tx1" presStyleLbl="revTx" presStyleIdx="7" presStyleCnt="8"/>
      <dgm:spPr/>
    </dgm:pt>
    <dgm:pt modelId="{32C65907-B567-4583-91EF-40AF129BB904}" type="pres">
      <dgm:prSet presAssocID="{3104BA3E-E512-4783-9CED-1680A42CFAD2}" presName="vert1" presStyleCnt="0"/>
      <dgm:spPr/>
    </dgm:pt>
  </dgm:ptLst>
  <dgm:cxnLst>
    <dgm:cxn modelId="{CACBB511-ACEF-443B-8C88-E701130A1694}" type="presOf" srcId="{2AE96196-D2C8-4B4B-A491-AFC626A76DF3}" destId="{CDB18B18-60C7-458D-87A9-BAAB0168C8ED}" srcOrd="0" destOrd="0" presId="urn:microsoft.com/office/officeart/2008/layout/LinedList"/>
    <dgm:cxn modelId="{E8FC5221-E63F-4D64-9EC5-C4C9EE1A41B4}" type="presOf" srcId="{2E2456A4-0803-4AAF-A1E6-AB1A97577900}" destId="{E930B39C-C076-404F-B3CB-8A0539BFEA43}" srcOrd="0" destOrd="0" presId="urn:microsoft.com/office/officeart/2008/layout/LinedList"/>
    <dgm:cxn modelId="{65C02C5B-3758-4619-A3C9-73BB53DC19FC}" type="presOf" srcId="{357AB2E4-875A-4ECF-B492-5D9904954A1A}" destId="{DD91C1A0-965B-43B7-BEE6-78BA3F107661}" srcOrd="0" destOrd="0" presId="urn:microsoft.com/office/officeart/2008/layout/LinedList"/>
    <dgm:cxn modelId="{DC46F45C-8A7A-46C4-9B28-A413C0E5137E}" srcId="{47251C9F-680B-426F-A9FA-D685A3E62F25}" destId="{357AB2E4-875A-4ECF-B492-5D9904954A1A}" srcOrd="0" destOrd="0" parTransId="{1D5FEAAB-EDDB-4A3D-921E-9496C269E705}" sibTransId="{A05DB533-87BB-4F3E-AC1F-C3A9C9A41184}"/>
    <dgm:cxn modelId="{F1065361-0B76-4CC6-98E5-4A6DABE28718}" type="presOf" srcId="{04C11761-32D6-46A9-845B-EB2A02E0F1D2}" destId="{4831EE5B-B576-4FBA-A7FE-975E6C664A26}" srcOrd="0" destOrd="0" presId="urn:microsoft.com/office/officeart/2008/layout/LinedList"/>
    <dgm:cxn modelId="{98E3AC46-A908-445C-B264-1707C87E4B03}" type="presOf" srcId="{41523B6A-C278-4CE1-BFEE-45D9CC22AEBD}" destId="{1B6EBDB6-5AE3-47D6-8C37-60F63F99EB75}" srcOrd="0" destOrd="0" presId="urn:microsoft.com/office/officeart/2008/layout/LinedList"/>
    <dgm:cxn modelId="{D9574251-0277-4A14-808A-CF32F0E3500D}" srcId="{47251C9F-680B-426F-A9FA-D685A3E62F25}" destId="{AEE2E65A-7822-49AA-A069-79CD68747B84}" srcOrd="6" destOrd="0" parTransId="{BAA2BEEB-F406-44D5-8F8F-F9C86A8D1C22}" sibTransId="{1413BDB9-6257-4EB8-B8FE-57E0CF4CD0D9}"/>
    <dgm:cxn modelId="{BFA8AC52-2CE6-4B32-91A4-004A9FF8EB56}" srcId="{47251C9F-680B-426F-A9FA-D685A3E62F25}" destId="{41523B6A-C278-4CE1-BFEE-45D9CC22AEBD}" srcOrd="2" destOrd="0" parTransId="{590DF6C1-A91F-4544-B7CD-57CD53754979}" sibTransId="{93E71C93-08E1-4BAB-BE51-BCFC4B38057C}"/>
    <dgm:cxn modelId="{3E724853-FA4B-4689-B20A-AAD6E92458F9}" srcId="{47251C9F-680B-426F-A9FA-D685A3E62F25}" destId="{3104BA3E-E512-4783-9CED-1680A42CFAD2}" srcOrd="7" destOrd="0" parTransId="{B7A9E7AE-7C97-42CE-B166-EAE6D505DEB5}" sibTransId="{3FA15F45-2EF1-4834-8ADF-29CE8BC1C775}"/>
    <dgm:cxn modelId="{B6B36974-8B2F-45DF-973E-D3B5DAC6BCEB}" srcId="{47251C9F-680B-426F-A9FA-D685A3E62F25}" destId="{04C11761-32D6-46A9-845B-EB2A02E0F1D2}" srcOrd="1" destOrd="0" parTransId="{EE934869-A7E7-43ED-A7B0-F91EA09615B4}" sibTransId="{EC39C9BA-3CC6-45DD-A1A2-B2B30793C4CA}"/>
    <dgm:cxn modelId="{9900917E-243B-4484-A4A6-6D08590A8043}" srcId="{47251C9F-680B-426F-A9FA-D685A3E62F25}" destId="{2AE96196-D2C8-4B4B-A491-AFC626A76DF3}" srcOrd="3" destOrd="0" parTransId="{C5BDF431-FD68-4EC5-B4E6-9F12A8859944}" sibTransId="{F48A09F4-5975-45C1-96A0-622D6FCC5F6D}"/>
    <dgm:cxn modelId="{308A1387-973F-4A15-9AA5-9BC21FDE8040}" srcId="{47251C9F-680B-426F-A9FA-D685A3E62F25}" destId="{9846C994-325A-420F-AE99-BD4370B47542}" srcOrd="5" destOrd="0" parTransId="{FD18FB1F-1B84-4F8D-8ADD-820C2BE75FC2}" sibTransId="{B5610839-457E-42AB-97D7-D724F6E5F321}"/>
    <dgm:cxn modelId="{2457329C-4224-4092-AF35-6C1916991205}" type="presOf" srcId="{47251C9F-680B-426F-A9FA-D685A3E62F25}" destId="{CF918C5C-A516-4E97-BFEE-C4C80817A06F}" srcOrd="0" destOrd="0" presId="urn:microsoft.com/office/officeart/2008/layout/LinedList"/>
    <dgm:cxn modelId="{D0D145A3-5C8B-4141-B6B4-A308B8AF7D7E}" type="presOf" srcId="{AEE2E65A-7822-49AA-A069-79CD68747B84}" destId="{475ED253-B831-47F8-91AA-7188B8D21C1C}" srcOrd="0" destOrd="0" presId="urn:microsoft.com/office/officeart/2008/layout/LinedList"/>
    <dgm:cxn modelId="{6052FBAC-0846-4EF4-B5FA-BA66ADD906B5}" srcId="{47251C9F-680B-426F-A9FA-D685A3E62F25}" destId="{2E2456A4-0803-4AAF-A1E6-AB1A97577900}" srcOrd="4" destOrd="0" parTransId="{D5FFE8FE-0F19-48EB-86F9-00496A447015}" sibTransId="{8D16EAD4-04B4-4361-B2F8-B058AC64C00E}"/>
    <dgm:cxn modelId="{E63DCFD3-E306-4D78-897C-F695D6F79EA9}" type="presOf" srcId="{3104BA3E-E512-4783-9CED-1680A42CFAD2}" destId="{2BFE77ED-5EBD-48F4-B581-6186ED842E3F}" srcOrd="0" destOrd="0" presId="urn:microsoft.com/office/officeart/2008/layout/LinedList"/>
    <dgm:cxn modelId="{EFFEDCD6-0F7D-4D15-A483-2D2BDE7DCFC3}" type="presOf" srcId="{9846C994-325A-420F-AE99-BD4370B47542}" destId="{908509F8-0235-456D-8994-CB4DA471B092}" srcOrd="0" destOrd="0" presId="urn:microsoft.com/office/officeart/2008/layout/LinedList"/>
    <dgm:cxn modelId="{9D19236A-EC4D-4905-8451-E3DDD07018D7}" type="presParOf" srcId="{CF918C5C-A516-4E97-BFEE-C4C80817A06F}" destId="{63A33C73-99B0-4F33-A944-EAB056F158BF}" srcOrd="0" destOrd="0" presId="urn:microsoft.com/office/officeart/2008/layout/LinedList"/>
    <dgm:cxn modelId="{56E61EC7-2BAD-40D1-BACC-A1BC11A0A0AD}" type="presParOf" srcId="{CF918C5C-A516-4E97-BFEE-C4C80817A06F}" destId="{8B636A02-9BA4-4446-9B0B-3B6AB1ABE47D}" srcOrd="1" destOrd="0" presId="urn:microsoft.com/office/officeart/2008/layout/LinedList"/>
    <dgm:cxn modelId="{4BB7BD3A-9589-451A-B4B8-91B61E0E599E}" type="presParOf" srcId="{8B636A02-9BA4-4446-9B0B-3B6AB1ABE47D}" destId="{DD91C1A0-965B-43B7-BEE6-78BA3F107661}" srcOrd="0" destOrd="0" presId="urn:microsoft.com/office/officeart/2008/layout/LinedList"/>
    <dgm:cxn modelId="{EB562F88-11BB-4BD6-929C-D78AE96B72E0}" type="presParOf" srcId="{8B636A02-9BA4-4446-9B0B-3B6AB1ABE47D}" destId="{546E87D3-2A55-4CFC-90E7-17671A83B412}" srcOrd="1" destOrd="0" presId="urn:microsoft.com/office/officeart/2008/layout/LinedList"/>
    <dgm:cxn modelId="{D31B5600-7339-471B-9BF6-DF74C724E21C}" type="presParOf" srcId="{CF918C5C-A516-4E97-BFEE-C4C80817A06F}" destId="{E3E0F932-C71F-4DAF-AF29-D1C7B99DACB1}" srcOrd="2" destOrd="0" presId="urn:microsoft.com/office/officeart/2008/layout/LinedList"/>
    <dgm:cxn modelId="{15A51983-3710-491C-8524-73124E705026}" type="presParOf" srcId="{CF918C5C-A516-4E97-BFEE-C4C80817A06F}" destId="{016F7AF5-F177-42A0-AC10-33203CA9C465}" srcOrd="3" destOrd="0" presId="urn:microsoft.com/office/officeart/2008/layout/LinedList"/>
    <dgm:cxn modelId="{18DA3D75-54CE-461C-AA40-AA7E781672CC}" type="presParOf" srcId="{016F7AF5-F177-42A0-AC10-33203CA9C465}" destId="{4831EE5B-B576-4FBA-A7FE-975E6C664A26}" srcOrd="0" destOrd="0" presId="urn:microsoft.com/office/officeart/2008/layout/LinedList"/>
    <dgm:cxn modelId="{24314FD2-78DC-4502-B40A-C004FC868693}" type="presParOf" srcId="{016F7AF5-F177-42A0-AC10-33203CA9C465}" destId="{92951CC9-B055-45F4-B4F3-135287803A41}" srcOrd="1" destOrd="0" presId="urn:microsoft.com/office/officeart/2008/layout/LinedList"/>
    <dgm:cxn modelId="{2F6466A3-996F-43B8-A559-3879CC6C1273}" type="presParOf" srcId="{CF918C5C-A516-4E97-BFEE-C4C80817A06F}" destId="{CCCFF3FC-88CA-40BE-987F-15FF20A9D01D}" srcOrd="4" destOrd="0" presId="urn:microsoft.com/office/officeart/2008/layout/LinedList"/>
    <dgm:cxn modelId="{A2DCAC17-B926-4613-886F-D172C53BBBF9}" type="presParOf" srcId="{CF918C5C-A516-4E97-BFEE-C4C80817A06F}" destId="{0D92005A-3C98-4325-B80C-C09F3268BE2D}" srcOrd="5" destOrd="0" presId="urn:microsoft.com/office/officeart/2008/layout/LinedList"/>
    <dgm:cxn modelId="{256D1C81-31E9-48A4-83B4-17E60CC68797}" type="presParOf" srcId="{0D92005A-3C98-4325-B80C-C09F3268BE2D}" destId="{1B6EBDB6-5AE3-47D6-8C37-60F63F99EB75}" srcOrd="0" destOrd="0" presId="urn:microsoft.com/office/officeart/2008/layout/LinedList"/>
    <dgm:cxn modelId="{AD01F49C-87AE-42DF-8AA5-6162CC9B5610}" type="presParOf" srcId="{0D92005A-3C98-4325-B80C-C09F3268BE2D}" destId="{D919CB6F-7036-48A0-80FB-5F5BD74FD4B2}" srcOrd="1" destOrd="0" presId="urn:microsoft.com/office/officeart/2008/layout/LinedList"/>
    <dgm:cxn modelId="{D22E68BE-6D47-489B-AA5E-41F08EBEC281}" type="presParOf" srcId="{CF918C5C-A516-4E97-BFEE-C4C80817A06F}" destId="{B8092A4C-9496-4CB5-8895-327246429D91}" srcOrd="6" destOrd="0" presId="urn:microsoft.com/office/officeart/2008/layout/LinedList"/>
    <dgm:cxn modelId="{0A375EC1-7BF6-4E3D-AD9D-8E47346FFE29}" type="presParOf" srcId="{CF918C5C-A516-4E97-BFEE-C4C80817A06F}" destId="{7948A208-E351-4280-8A51-D1676F61DE5D}" srcOrd="7" destOrd="0" presId="urn:microsoft.com/office/officeart/2008/layout/LinedList"/>
    <dgm:cxn modelId="{845A2E8C-F06D-4123-9EC7-DFC277B7D4E8}" type="presParOf" srcId="{7948A208-E351-4280-8A51-D1676F61DE5D}" destId="{CDB18B18-60C7-458D-87A9-BAAB0168C8ED}" srcOrd="0" destOrd="0" presId="urn:microsoft.com/office/officeart/2008/layout/LinedList"/>
    <dgm:cxn modelId="{4FDBD6AA-2573-4FA5-B9A0-2CC8A88A292B}" type="presParOf" srcId="{7948A208-E351-4280-8A51-D1676F61DE5D}" destId="{4E77137F-3785-4B75-B3D1-D0283CA47B45}" srcOrd="1" destOrd="0" presId="urn:microsoft.com/office/officeart/2008/layout/LinedList"/>
    <dgm:cxn modelId="{601D9734-FD56-47C9-BB51-7D89FE0E15DE}" type="presParOf" srcId="{CF918C5C-A516-4E97-BFEE-C4C80817A06F}" destId="{3D5E5BCE-C160-4B69-99F5-ED264ADF47F6}" srcOrd="8" destOrd="0" presId="urn:microsoft.com/office/officeart/2008/layout/LinedList"/>
    <dgm:cxn modelId="{A05600B8-0F88-43DA-B27A-13396863B99A}" type="presParOf" srcId="{CF918C5C-A516-4E97-BFEE-C4C80817A06F}" destId="{E50C7460-9171-4475-B796-AE3C7A762D5A}" srcOrd="9" destOrd="0" presId="urn:microsoft.com/office/officeart/2008/layout/LinedList"/>
    <dgm:cxn modelId="{2A9FCA34-1656-444A-905B-BB4E8BE01B1E}" type="presParOf" srcId="{E50C7460-9171-4475-B796-AE3C7A762D5A}" destId="{E930B39C-C076-404F-B3CB-8A0539BFEA43}" srcOrd="0" destOrd="0" presId="urn:microsoft.com/office/officeart/2008/layout/LinedList"/>
    <dgm:cxn modelId="{4B31C6A6-D53F-47A8-BE5D-A8A775A8E799}" type="presParOf" srcId="{E50C7460-9171-4475-B796-AE3C7A762D5A}" destId="{678C4E38-D0D0-4E6C-82B2-F3536B32A1B4}" srcOrd="1" destOrd="0" presId="urn:microsoft.com/office/officeart/2008/layout/LinedList"/>
    <dgm:cxn modelId="{EE168D33-893A-4182-AA32-CC7A7265B781}" type="presParOf" srcId="{CF918C5C-A516-4E97-BFEE-C4C80817A06F}" destId="{A077C041-C603-4B57-89FF-E5E619852C3A}" srcOrd="10" destOrd="0" presId="urn:microsoft.com/office/officeart/2008/layout/LinedList"/>
    <dgm:cxn modelId="{4586C77C-DABA-4488-A79C-52F8CCF83253}" type="presParOf" srcId="{CF918C5C-A516-4E97-BFEE-C4C80817A06F}" destId="{622835B0-48BB-4337-9C44-C3EFC9E79121}" srcOrd="11" destOrd="0" presId="urn:microsoft.com/office/officeart/2008/layout/LinedList"/>
    <dgm:cxn modelId="{63D8BB46-B061-47A9-AD73-005E6E43A7FB}" type="presParOf" srcId="{622835B0-48BB-4337-9C44-C3EFC9E79121}" destId="{908509F8-0235-456D-8994-CB4DA471B092}" srcOrd="0" destOrd="0" presId="urn:microsoft.com/office/officeart/2008/layout/LinedList"/>
    <dgm:cxn modelId="{D0F57091-9E87-4B56-A430-D4C06CCE4C5B}" type="presParOf" srcId="{622835B0-48BB-4337-9C44-C3EFC9E79121}" destId="{B6E8C9EA-81B2-42BB-BFCD-EEADBE415D78}" srcOrd="1" destOrd="0" presId="urn:microsoft.com/office/officeart/2008/layout/LinedList"/>
    <dgm:cxn modelId="{D8F97470-C66D-439E-926C-1188E00F4C6E}" type="presParOf" srcId="{CF918C5C-A516-4E97-BFEE-C4C80817A06F}" destId="{DE546E14-7C0D-4035-A4A5-7C17656F0277}" srcOrd="12" destOrd="0" presId="urn:microsoft.com/office/officeart/2008/layout/LinedList"/>
    <dgm:cxn modelId="{4C60C7CB-95E6-469F-854B-7BD7D559C937}" type="presParOf" srcId="{CF918C5C-A516-4E97-BFEE-C4C80817A06F}" destId="{CA17796C-B7D8-40DB-B55C-4D7230034D14}" srcOrd="13" destOrd="0" presId="urn:microsoft.com/office/officeart/2008/layout/LinedList"/>
    <dgm:cxn modelId="{97AA9227-6D35-4312-8844-638374A8C9A3}" type="presParOf" srcId="{CA17796C-B7D8-40DB-B55C-4D7230034D14}" destId="{475ED253-B831-47F8-91AA-7188B8D21C1C}" srcOrd="0" destOrd="0" presId="urn:microsoft.com/office/officeart/2008/layout/LinedList"/>
    <dgm:cxn modelId="{6A160289-4A14-4991-BB5F-CB295DE88024}" type="presParOf" srcId="{CA17796C-B7D8-40DB-B55C-4D7230034D14}" destId="{D579FCB4-42EA-49B8-83BE-828320C57BDD}" srcOrd="1" destOrd="0" presId="urn:microsoft.com/office/officeart/2008/layout/LinedList"/>
    <dgm:cxn modelId="{1C4A7F4F-83D0-45C0-ABD4-C3F1FAD931AF}" type="presParOf" srcId="{CF918C5C-A516-4E97-BFEE-C4C80817A06F}" destId="{6BC56824-97EC-4A86-B906-661A8A8A02AB}" srcOrd="14" destOrd="0" presId="urn:microsoft.com/office/officeart/2008/layout/LinedList"/>
    <dgm:cxn modelId="{69971344-FC1B-4081-8E90-FE503F1B0A3F}" type="presParOf" srcId="{CF918C5C-A516-4E97-BFEE-C4C80817A06F}" destId="{A192831C-D6D3-4EF2-9274-1A1644486C0F}" srcOrd="15" destOrd="0" presId="urn:microsoft.com/office/officeart/2008/layout/LinedList"/>
    <dgm:cxn modelId="{CCD8E660-85F6-45A4-A34C-004ECBACBE35}" type="presParOf" srcId="{A192831C-D6D3-4EF2-9274-1A1644486C0F}" destId="{2BFE77ED-5EBD-48F4-B581-6186ED842E3F}" srcOrd="0" destOrd="0" presId="urn:microsoft.com/office/officeart/2008/layout/LinedList"/>
    <dgm:cxn modelId="{282413BE-6EC6-4D7B-9388-0326B3823607}" type="presParOf" srcId="{A192831C-D6D3-4EF2-9274-1A1644486C0F}" destId="{32C65907-B567-4583-91EF-40AF129BB90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1CAE47-C7DD-41E9-855B-590417B433FC}">
      <dsp:nvSpPr>
        <dsp:cNvPr id="0" name=""/>
        <dsp:cNvSpPr/>
      </dsp:nvSpPr>
      <dsp:spPr>
        <a:xfrm>
          <a:off x="425854" y="386083"/>
          <a:ext cx="1132312" cy="11323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FEB20-70E8-43ED-BED3-77F187D0C530}">
      <dsp:nvSpPr>
        <dsp:cNvPr id="0" name=""/>
        <dsp:cNvSpPr/>
      </dsp:nvSpPr>
      <dsp:spPr>
        <a:xfrm>
          <a:off x="667166" y="627396"/>
          <a:ext cx="649687" cy="649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DCE51-DA01-4375-B398-4D63BA49682D}">
      <dsp:nvSpPr>
        <dsp:cNvPr id="0" name=""/>
        <dsp:cNvSpPr/>
      </dsp:nvSpPr>
      <dsp:spPr>
        <a:xfrm>
          <a:off x="63885" y="1871083"/>
          <a:ext cx="1856250" cy="119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Android is an </a:t>
          </a:r>
          <a:r>
            <a:rPr lang="en-US" sz="1100" b="1" kern="1200"/>
            <a:t>open-source operating system</a:t>
          </a:r>
          <a:r>
            <a:rPr lang="en-US" sz="1100" kern="1200"/>
            <a:t> designed primarily for </a:t>
          </a:r>
          <a:r>
            <a:rPr lang="en-US" sz="1100" b="1" kern="1200"/>
            <a:t>mobile devices</a:t>
          </a:r>
          <a:r>
            <a:rPr lang="en-US" sz="1100" kern="1200"/>
            <a:t> like smartphones and tablets.</a:t>
          </a:r>
        </a:p>
      </dsp:txBody>
      <dsp:txXfrm>
        <a:off x="63885" y="1871083"/>
        <a:ext cx="1856250" cy="1192500"/>
      </dsp:txXfrm>
    </dsp:sp>
    <dsp:sp modelId="{CDD94234-2586-4CE1-86AC-8767CEB41BAB}">
      <dsp:nvSpPr>
        <dsp:cNvPr id="0" name=""/>
        <dsp:cNvSpPr/>
      </dsp:nvSpPr>
      <dsp:spPr>
        <a:xfrm>
          <a:off x="2606948" y="386083"/>
          <a:ext cx="1132312" cy="11323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96A27-FBB6-4A3E-B707-42241F0E5A19}">
      <dsp:nvSpPr>
        <dsp:cNvPr id="0" name=""/>
        <dsp:cNvSpPr/>
      </dsp:nvSpPr>
      <dsp:spPr>
        <a:xfrm>
          <a:off x="2848260" y="627396"/>
          <a:ext cx="649687" cy="649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943FD-FC42-4B6F-AA81-6351A09E4D07}">
      <dsp:nvSpPr>
        <dsp:cNvPr id="0" name=""/>
        <dsp:cNvSpPr/>
      </dsp:nvSpPr>
      <dsp:spPr>
        <a:xfrm>
          <a:off x="2244979" y="1871083"/>
          <a:ext cx="1856250" cy="119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Developed by </a:t>
          </a:r>
          <a:r>
            <a:rPr lang="en-US" sz="1100" b="1" kern="1200"/>
            <a:t>Google</a:t>
          </a:r>
          <a:r>
            <a:rPr lang="en-US" sz="1100" kern="1200"/>
            <a:t> and based on the </a:t>
          </a:r>
          <a:r>
            <a:rPr lang="en-US" sz="1100" b="1" kern="1200"/>
            <a:t>Linux kernel</a:t>
          </a:r>
          <a:r>
            <a:rPr lang="en-US" sz="1100" kern="1200"/>
            <a:t>.</a:t>
          </a:r>
        </a:p>
      </dsp:txBody>
      <dsp:txXfrm>
        <a:off x="2244979" y="1871083"/>
        <a:ext cx="1856250" cy="1192500"/>
      </dsp:txXfrm>
    </dsp:sp>
    <dsp:sp modelId="{12C2B81B-8522-49EA-B55F-C5D84BA48F28}">
      <dsp:nvSpPr>
        <dsp:cNvPr id="0" name=""/>
        <dsp:cNvSpPr/>
      </dsp:nvSpPr>
      <dsp:spPr>
        <a:xfrm>
          <a:off x="4788042" y="386083"/>
          <a:ext cx="1132312" cy="11323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EB3E9-3447-4F65-ACAF-F70FF3D85851}">
      <dsp:nvSpPr>
        <dsp:cNvPr id="0" name=""/>
        <dsp:cNvSpPr/>
      </dsp:nvSpPr>
      <dsp:spPr>
        <a:xfrm>
          <a:off x="5029354" y="627396"/>
          <a:ext cx="649687" cy="6496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A042A-1117-4263-BA5A-3748DB1EF9A7}">
      <dsp:nvSpPr>
        <dsp:cNvPr id="0" name=""/>
        <dsp:cNvSpPr/>
      </dsp:nvSpPr>
      <dsp:spPr>
        <a:xfrm>
          <a:off x="4426073" y="1871083"/>
          <a:ext cx="1856250" cy="119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First commercially released in </a:t>
          </a:r>
          <a:r>
            <a:rPr lang="en-US" sz="1100" b="1" kern="1200"/>
            <a:t>2008</a:t>
          </a:r>
          <a:r>
            <a:rPr lang="en-US" sz="1100" kern="1200"/>
            <a:t>.</a:t>
          </a:r>
        </a:p>
      </dsp:txBody>
      <dsp:txXfrm>
        <a:off x="4426073" y="1871083"/>
        <a:ext cx="1856250" cy="1192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78ACBD-682D-4DD7-AA1E-08BC061814EB}">
      <dsp:nvSpPr>
        <dsp:cNvPr id="0" name=""/>
        <dsp:cNvSpPr/>
      </dsp:nvSpPr>
      <dsp:spPr>
        <a:xfrm>
          <a:off x="456850" y="221883"/>
          <a:ext cx="566367" cy="566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95F7E-70B8-4442-AE0A-BA417C1E13AE}">
      <dsp:nvSpPr>
        <dsp:cNvPr id="0" name=""/>
        <dsp:cNvSpPr/>
      </dsp:nvSpPr>
      <dsp:spPr>
        <a:xfrm>
          <a:off x="110737" y="985842"/>
          <a:ext cx="1258593" cy="5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Open Source:</a:t>
          </a:r>
          <a:r>
            <a:rPr lang="en-US" sz="1100" b="0" i="0" kern="1200" baseline="0"/>
            <a:t> Developers can modify and customize the OS.</a:t>
          </a:r>
          <a:endParaRPr lang="en-US" sz="1100" kern="1200"/>
        </a:p>
      </dsp:txBody>
      <dsp:txXfrm>
        <a:off x="110737" y="985842"/>
        <a:ext cx="1258593" cy="503437"/>
      </dsp:txXfrm>
    </dsp:sp>
    <dsp:sp modelId="{2E3A4BD6-671A-472E-9B61-B60DFA43CDC6}">
      <dsp:nvSpPr>
        <dsp:cNvPr id="0" name=""/>
        <dsp:cNvSpPr/>
      </dsp:nvSpPr>
      <dsp:spPr>
        <a:xfrm>
          <a:off x="1935698" y="221883"/>
          <a:ext cx="566367" cy="566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4FBB9-D123-4839-A745-3D958D957A0D}">
      <dsp:nvSpPr>
        <dsp:cNvPr id="0" name=""/>
        <dsp:cNvSpPr/>
      </dsp:nvSpPr>
      <dsp:spPr>
        <a:xfrm>
          <a:off x="1589585" y="985842"/>
          <a:ext cx="1258593" cy="5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User Interface (UI):</a:t>
          </a:r>
          <a:r>
            <a:rPr lang="en-US" sz="1100" b="0" i="0" kern="1200" baseline="0"/>
            <a:t> Intuitive and touch-friendly interface.</a:t>
          </a:r>
          <a:endParaRPr lang="en-US" sz="1100" kern="1200"/>
        </a:p>
      </dsp:txBody>
      <dsp:txXfrm>
        <a:off x="1589585" y="985842"/>
        <a:ext cx="1258593" cy="503437"/>
      </dsp:txXfrm>
    </dsp:sp>
    <dsp:sp modelId="{19BEE252-BF63-4640-B198-52BB3A1DBDC0}">
      <dsp:nvSpPr>
        <dsp:cNvPr id="0" name=""/>
        <dsp:cNvSpPr/>
      </dsp:nvSpPr>
      <dsp:spPr>
        <a:xfrm>
          <a:off x="3414546" y="221883"/>
          <a:ext cx="566367" cy="566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703B2-C148-4AC1-8DFD-5EBD6C0A2328}">
      <dsp:nvSpPr>
        <dsp:cNvPr id="0" name=""/>
        <dsp:cNvSpPr/>
      </dsp:nvSpPr>
      <dsp:spPr>
        <a:xfrm>
          <a:off x="3068432" y="985842"/>
          <a:ext cx="1258593" cy="5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App Ecosystem:</a:t>
          </a:r>
          <a:r>
            <a:rPr lang="en-US" sz="1100" b="0" i="0" kern="1200" baseline="0"/>
            <a:t> Access to millions of apps via </a:t>
          </a:r>
          <a:r>
            <a:rPr lang="en-US" sz="1100" b="1" i="0" kern="1200" baseline="0"/>
            <a:t>Google Play Store</a:t>
          </a:r>
          <a:r>
            <a:rPr lang="en-US" sz="1100" b="0" i="0" kern="1200" baseline="0"/>
            <a:t>.</a:t>
          </a:r>
          <a:endParaRPr lang="en-US" sz="1100" kern="1200"/>
        </a:p>
      </dsp:txBody>
      <dsp:txXfrm>
        <a:off x="3068432" y="985842"/>
        <a:ext cx="1258593" cy="503437"/>
      </dsp:txXfrm>
    </dsp:sp>
    <dsp:sp modelId="{FD1D92CE-1E93-41E4-A027-62D7284C28FD}">
      <dsp:nvSpPr>
        <dsp:cNvPr id="0" name=""/>
        <dsp:cNvSpPr/>
      </dsp:nvSpPr>
      <dsp:spPr>
        <a:xfrm>
          <a:off x="4893393" y="221883"/>
          <a:ext cx="566367" cy="5663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DFE33-DB3B-45C0-BADC-5953B378A970}">
      <dsp:nvSpPr>
        <dsp:cNvPr id="0" name=""/>
        <dsp:cNvSpPr/>
      </dsp:nvSpPr>
      <dsp:spPr>
        <a:xfrm>
          <a:off x="4547280" y="985842"/>
          <a:ext cx="1258593" cy="5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Notifications:</a:t>
          </a:r>
          <a:r>
            <a:rPr lang="en-US" sz="1100" b="0" i="0" kern="1200" baseline="0"/>
            <a:t> Provides real-time notifications for apps, messages, and calls.</a:t>
          </a:r>
          <a:endParaRPr lang="en-US" sz="1100" kern="1200"/>
        </a:p>
      </dsp:txBody>
      <dsp:txXfrm>
        <a:off x="4547280" y="985842"/>
        <a:ext cx="1258593" cy="503437"/>
      </dsp:txXfrm>
    </dsp:sp>
    <dsp:sp modelId="{F58F5706-D709-4D60-BB6F-09A2059F7984}">
      <dsp:nvSpPr>
        <dsp:cNvPr id="0" name=""/>
        <dsp:cNvSpPr/>
      </dsp:nvSpPr>
      <dsp:spPr>
        <a:xfrm>
          <a:off x="456850" y="1803928"/>
          <a:ext cx="566367" cy="5663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7DBAF-60EE-4A84-8F9D-3E4E4243184E}">
      <dsp:nvSpPr>
        <dsp:cNvPr id="0" name=""/>
        <dsp:cNvSpPr/>
      </dsp:nvSpPr>
      <dsp:spPr>
        <a:xfrm>
          <a:off x="110737" y="2567888"/>
          <a:ext cx="1258593" cy="5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Multi-tasking:</a:t>
          </a:r>
          <a:r>
            <a:rPr lang="en-US" sz="1100" b="0" i="0" kern="1200" baseline="0"/>
            <a:t> Run multiple apps at the same time.</a:t>
          </a:r>
          <a:endParaRPr lang="en-US" sz="1100" kern="1200"/>
        </a:p>
      </dsp:txBody>
      <dsp:txXfrm>
        <a:off x="110737" y="2567888"/>
        <a:ext cx="1258593" cy="503437"/>
      </dsp:txXfrm>
    </dsp:sp>
    <dsp:sp modelId="{49EDA1B3-9076-46B0-A9DD-F6B74B5B640B}">
      <dsp:nvSpPr>
        <dsp:cNvPr id="0" name=""/>
        <dsp:cNvSpPr/>
      </dsp:nvSpPr>
      <dsp:spPr>
        <a:xfrm>
          <a:off x="1935698" y="1803928"/>
          <a:ext cx="566367" cy="56636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32C24-5DDC-4B51-874A-A0CEA8EA18B7}">
      <dsp:nvSpPr>
        <dsp:cNvPr id="0" name=""/>
        <dsp:cNvSpPr/>
      </dsp:nvSpPr>
      <dsp:spPr>
        <a:xfrm>
          <a:off x="1589585" y="2567888"/>
          <a:ext cx="1258593" cy="5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Connectivity:</a:t>
          </a:r>
          <a:r>
            <a:rPr lang="en-US" sz="1100" b="0" i="0" kern="1200" baseline="0"/>
            <a:t> Supports Wi-Fi, Bluetooth, NFC, GPS, and mobile networks.</a:t>
          </a:r>
          <a:endParaRPr lang="en-US" sz="1100" kern="1200"/>
        </a:p>
      </dsp:txBody>
      <dsp:txXfrm>
        <a:off x="1589585" y="2567888"/>
        <a:ext cx="1258593" cy="503437"/>
      </dsp:txXfrm>
    </dsp:sp>
    <dsp:sp modelId="{3D434DF3-0C17-4465-B355-4817A04419DA}">
      <dsp:nvSpPr>
        <dsp:cNvPr id="0" name=""/>
        <dsp:cNvSpPr/>
      </dsp:nvSpPr>
      <dsp:spPr>
        <a:xfrm>
          <a:off x="3414546" y="1803928"/>
          <a:ext cx="566367" cy="56636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17324-7A02-409A-810A-21EBC18A4048}">
      <dsp:nvSpPr>
        <dsp:cNvPr id="0" name=""/>
        <dsp:cNvSpPr/>
      </dsp:nvSpPr>
      <dsp:spPr>
        <a:xfrm>
          <a:off x="3068432" y="2567888"/>
          <a:ext cx="1258593" cy="5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Voice Control:</a:t>
          </a:r>
          <a:r>
            <a:rPr lang="en-US" sz="1100" b="0" i="0" kern="1200" baseline="0"/>
            <a:t> Integration with Google Assistant for voice commands.</a:t>
          </a:r>
          <a:endParaRPr lang="en-US" sz="1100" kern="1200"/>
        </a:p>
      </dsp:txBody>
      <dsp:txXfrm>
        <a:off x="3068432" y="2567888"/>
        <a:ext cx="1258593" cy="503437"/>
      </dsp:txXfrm>
    </dsp:sp>
    <dsp:sp modelId="{C1F0ECB6-F19F-44F9-984A-2A17341AF315}">
      <dsp:nvSpPr>
        <dsp:cNvPr id="0" name=""/>
        <dsp:cNvSpPr/>
      </dsp:nvSpPr>
      <dsp:spPr>
        <a:xfrm>
          <a:off x="4893393" y="1803928"/>
          <a:ext cx="566367" cy="566367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EFA6B-B6BC-451F-91B6-548E69D1E02C}">
      <dsp:nvSpPr>
        <dsp:cNvPr id="0" name=""/>
        <dsp:cNvSpPr/>
      </dsp:nvSpPr>
      <dsp:spPr>
        <a:xfrm>
          <a:off x="4547280" y="2567888"/>
          <a:ext cx="1258593" cy="5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Customization:</a:t>
          </a:r>
          <a:r>
            <a:rPr lang="en-US" sz="1100" b="0" i="0" kern="1200" baseline="0"/>
            <a:t> Widgets, themes, and launcher apps to personalize devices</a:t>
          </a:r>
          <a:endParaRPr lang="en-US" sz="1100" kern="1200"/>
        </a:p>
      </dsp:txBody>
      <dsp:txXfrm>
        <a:off x="4547280" y="2567888"/>
        <a:ext cx="1258593" cy="5034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6370EA-03A5-4616-B107-04879926082A}">
      <dsp:nvSpPr>
        <dsp:cNvPr id="0" name=""/>
        <dsp:cNvSpPr/>
      </dsp:nvSpPr>
      <dsp:spPr>
        <a:xfrm>
          <a:off x="684413" y="1686"/>
          <a:ext cx="571134" cy="571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D2AA14-D062-48EB-9FC1-EBEB1D003F21}">
      <dsp:nvSpPr>
        <dsp:cNvPr id="0" name=""/>
        <dsp:cNvSpPr/>
      </dsp:nvSpPr>
      <dsp:spPr>
        <a:xfrm>
          <a:off x="804352" y="121624"/>
          <a:ext cx="331257" cy="331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2A74B-C4BA-4C6E-BC69-C0103DAEBD81}">
      <dsp:nvSpPr>
        <dsp:cNvPr id="0" name=""/>
        <dsp:cNvSpPr/>
      </dsp:nvSpPr>
      <dsp:spPr>
        <a:xfrm>
          <a:off x="1377934" y="1686"/>
          <a:ext cx="1346245" cy="571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User Interface:</a:t>
          </a:r>
          <a:r>
            <a:rPr lang="en-US" sz="1100" b="0" i="0" kern="1200" baseline="0" dirty="0"/>
            <a:t> Intuitive, touch-friendly, smooth animations, consistent design.</a:t>
          </a:r>
          <a:endParaRPr lang="en-US" sz="1100" kern="1200" dirty="0"/>
        </a:p>
      </dsp:txBody>
      <dsp:txXfrm>
        <a:off x="1377934" y="1686"/>
        <a:ext cx="1346245" cy="571134"/>
      </dsp:txXfrm>
    </dsp:sp>
    <dsp:sp modelId="{F2E06788-83AA-41DB-A9F4-780ADCAAA00A}">
      <dsp:nvSpPr>
        <dsp:cNvPr id="0" name=""/>
        <dsp:cNvSpPr/>
      </dsp:nvSpPr>
      <dsp:spPr>
        <a:xfrm>
          <a:off x="2958752" y="1686"/>
          <a:ext cx="571134" cy="571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69D6EB-7CEF-4952-81AD-252D8A31E1DA}">
      <dsp:nvSpPr>
        <dsp:cNvPr id="0" name=""/>
        <dsp:cNvSpPr/>
      </dsp:nvSpPr>
      <dsp:spPr>
        <a:xfrm>
          <a:off x="3078690" y="121624"/>
          <a:ext cx="331257" cy="331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31906-8B7F-42A7-B523-F6026ACF33DB}">
      <dsp:nvSpPr>
        <dsp:cNvPr id="0" name=""/>
        <dsp:cNvSpPr/>
      </dsp:nvSpPr>
      <dsp:spPr>
        <a:xfrm>
          <a:off x="3652272" y="1686"/>
          <a:ext cx="1346245" cy="571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App Store:</a:t>
          </a:r>
          <a:r>
            <a:rPr lang="en-US" sz="1100" b="0" i="0" kern="1200" baseline="0"/>
            <a:t> Access to millions of apps, all vetted by Apple for quality and security.</a:t>
          </a:r>
          <a:endParaRPr lang="en-US" sz="1100" kern="1200"/>
        </a:p>
      </dsp:txBody>
      <dsp:txXfrm>
        <a:off x="3652272" y="1686"/>
        <a:ext cx="1346245" cy="571134"/>
      </dsp:txXfrm>
    </dsp:sp>
    <dsp:sp modelId="{D9875A77-EF77-49CE-9E81-C23552B8B596}">
      <dsp:nvSpPr>
        <dsp:cNvPr id="0" name=""/>
        <dsp:cNvSpPr/>
      </dsp:nvSpPr>
      <dsp:spPr>
        <a:xfrm>
          <a:off x="684413" y="1281352"/>
          <a:ext cx="571134" cy="571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AA17E-9A75-458C-AD61-61349C2D9A4A}">
      <dsp:nvSpPr>
        <dsp:cNvPr id="0" name=""/>
        <dsp:cNvSpPr/>
      </dsp:nvSpPr>
      <dsp:spPr>
        <a:xfrm>
          <a:off x="804352" y="1401290"/>
          <a:ext cx="331257" cy="331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0D1DD-6A14-4392-AB7B-A3CD6290F08D}">
      <dsp:nvSpPr>
        <dsp:cNvPr id="0" name=""/>
        <dsp:cNvSpPr/>
      </dsp:nvSpPr>
      <dsp:spPr>
        <a:xfrm>
          <a:off x="1377934" y="1281352"/>
          <a:ext cx="1346245" cy="571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Security:</a:t>
          </a:r>
          <a:r>
            <a:rPr lang="en-US" sz="1100" b="0" i="0" kern="1200" baseline="0"/>
            <a:t> Strong privacy features, encrypted messaging, Face ID/Touch ID.</a:t>
          </a:r>
          <a:endParaRPr lang="en-US" sz="1100" kern="1200"/>
        </a:p>
      </dsp:txBody>
      <dsp:txXfrm>
        <a:off x="1377934" y="1281352"/>
        <a:ext cx="1346245" cy="571134"/>
      </dsp:txXfrm>
    </dsp:sp>
    <dsp:sp modelId="{B4EF5481-893C-4411-83EE-7BB28F3E21D3}">
      <dsp:nvSpPr>
        <dsp:cNvPr id="0" name=""/>
        <dsp:cNvSpPr/>
      </dsp:nvSpPr>
      <dsp:spPr>
        <a:xfrm>
          <a:off x="2958752" y="1281352"/>
          <a:ext cx="571134" cy="571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CCD90-76F6-4CDB-BD2E-117EE4E13FEA}">
      <dsp:nvSpPr>
        <dsp:cNvPr id="0" name=""/>
        <dsp:cNvSpPr/>
      </dsp:nvSpPr>
      <dsp:spPr>
        <a:xfrm>
          <a:off x="3078690" y="1401290"/>
          <a:ext cx="331257" cy="3312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62B0F-07E6-465E-8833-855EC20CD6EB}">
      <dsp:nvSpPr>
        <dsp:cNvPr id="0" name=""/>
        <dsp:cNvSpPr/>
      </dsp:nvSpPr>
      <dsp:spPr>
        <a:xfrm>
          <a:off x="3652272" y="1281352"/>
          <a:ext cx="1346245" cy="571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Ecosystem Integration:</a:t>
          </a:r>
          <a:r>
            <a:rPr lang="en-US" sz="1100" b="0" i="0" kern="1200" baseline="0"/>
            <a:t> Seamless integration with Mac, Apple Watch, iCloud, and Apple TV.</a:t>
          </a:r>
          <a:endParaRPr lang="en-US" sz="1100" kern="1200"/>
        </a:p>
      </dsp:txBody>
      <dsp:txXfrm>
        <a:off x="3652272" y="1281352"/>
        <a:ext cx="1346245" cy="571134"/>
      </dsp:txXfrm>
    </dsp:sp>
    <dsp:sp modelId="{E503A603-D588-444B-8007-10531A2E816C}">
      <dsp:nvSpPr>
        <dsp:cNvPr id="0" name=""/>
        <dsp:cNvSpPr/>
      </dsp:nvSpPr>
      <dsp:spPr>
        <a:xfrm>
          <a:off x="684413" y="2561017"/>
          <a:ext cx="571134" cy="571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7C8B2-8A5F-4ACE-AF84-DC167511E603}">
      <dsp:nvSpPr>
        <dsp:cNvPr id="0" name=""/>
        <dsp:cNvSpPr/>
      </dsp:nvSpPr>
      <dsp:spPr>
        <a:xfrm>
          <a:off x="804352" y="2680955"/>
          <a:ext cx="331257" cy="3312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06D07-BB6A-4FF5-92F0-6AAC94EA9354}">
      <dsp:nvSpPr>
        <dsp:cNvPr id="0" name=""/>
        <dsp:cNvSpPr/>
      </dsp:nvSpPr>
      <dsp:spPr>
        <a:xfrm>
          <a:off x="1377934" y="2561017"/>
          <a:ext cx="1346245" cy="571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Notifications:</a:t>
          </a:r>
          <a:r>
            <a:rPr lang="en-US" sz="1100" b="0" i="0" kern="1200" baseline="0"/>
            <a:t> Organized and interactive notifications.</a:t>
          </a:r>
          <a:endParaRPr lang="en-US" sz="1100" kern="1200"/>
        </a:p>
      </dsp:txBody>
      <dsp:txXfrm>
        <a:off x="1377934" y="2561017"/>
        <a:ext cx="1346245" cy="571134"/>
      </dsp:txXfrm>
    </dsp:sp>
    <dsp:sp modelId="{A844C4CE-5275-44D0-8959-794A410B0164}">
      <dsp:nvSpPr>
        <dsp:cNvPr id="0" name=""/>
        <dsp:cNvSpPr/>
      </dsp:nvSpPr>
      <dsp:spPr>
        <a:xfrm>
          <a:off x="2958752" y="2561017"/>
          <a:ext cx="571134" cy="571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0DFFC7-E3CD-4EBE-9ABA-1DD168E356CD}">
      <dsp:nvSpPr>
        <dsp:cNvPr id="0" name=""/>
        <dsp:cNvSpPr/>
      </dsp:nvSpPr>
      <dsp:spPr>
        <a:xfrm>
          <a:off x="3078690" y="2680955"/>
          <a:ext cx="331257" cy="33125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1B3EF-0CB6-4630-BA19-BE1319F83E8D}">
      <dsp:nvSpPr>
        <dsp:cNvPr id="0" name=""/>
        <dsp:cNvSpPr/>
      </dsp:nvSpPr>
      <dsp:spPr>
        <a:xfrm>
          <a:off x="3652272" y="2561017"/>
          <a:ext cx="1346245" cy="571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Multitasking:</a:t>
          </a:r>
          <a:r>
            <a:rPr lang="en-US" sz="1100" b="0" i="0" kern="1200" baseline="0"/>
            <a:t> Supports app switching, split-view (on iPad), and background processes.</a:t>
          </a:r>
          <a:endParaRPr lang="en-US" sz="1100" kern="1200"/>
        </a:p>
      </dsp:txBody>
      <dsp:txXfrm>
        <a:off x="3652272" y="2561017"/>
        <a:ext cx="1346245" cy="571134"/>
      </dsp:txXfrm>
    </dsp:sp>
    <dsp:sp modelId="{C98286AC-DD92-489C-8A73-3CDD22AD7CA7}">
      <dsp:nvSpPr>
        <dsp:cNvPr id="0" name=""/>
        <dsp:cNvSpPr/>
      </dsp:nvSpPr>
      <dsp:spPr>
        <a:xfrm>
          <a:off x="684413" y="3840683"/>
          <a:ext cx="571134" cy="571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454EE-ABEF-484F-B329-7894D17AE47B}">
      <dsp:nvSpPr>
        <dsp:cNvPr id="0" name=""/>
        <dsp:cNvSpPr/>
      </dsp:nvSpPr>
      <dsp:spPr>
        <a:xfrm>
          <a:off x="804352" y="3960621"/>
          <a:ext cx="331257" cy="33125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3D632-9AEC-478B-ADFF-0A2A41BE7CF2}">
      <dsp:nvSpPr>
        <dsp:cNvPr id="0" name=""/>
        <dsp:cNvSpPr/>
      </dsp:nvSpPr>
      <dsp:spPr>
        <a:xfrm>
          <a:off x="1377934" y="3840683"/>
          <a:ext cx="1346245" cy="571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Voice Assistant:</a:t>
          </a:r>
          <a:r>
            <a:rPr lang="en-US" sz="1100" b="0" i="0" kern="1200" baseline="0"/>
            <a:t> Siri for voice commands, reminders, and smart home control.</a:t>
          </a:r>
          <a:endParaRPr lang="en-US" sz="1100" kern="1200"/>
        </a:p>
      </dsp:txBody>
      <dsp:txXfrm>
        <a:off x="1377934" y="3840683"/>
        <a:ext cx="1346245" cy="571134"/>
      </dsp:txXfrm>
    </dsp:sp>
    <dsp:sp modelId="{8B577AAF-893A-42AE-A7E7-96E16F9077EF}">
      <dsp:nvSpPr>
        <dsp:cNvPr id="0" name=""/>
        <dsp:cNvSpPr/>
      </dsp:nvSpPr>
      <dsp:spPr>
        <a:xfrm>
          <a:off x="2958752" y="3840683"/>
          <a:ext cx="571134" cy="571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063D50-0C72-470E-9079-C3F7B5F782F3}">
      <dsp:nvSpPr>
        <dsp:cNvPr id="0" name=""/>
        <dsp:cNvSpPr/>
      </dsp:nvSpPr>
      <dsp:spPr>
        <a:xfrm>
          <a:off x="3078690" y="3960621"/>
          <a:ext cx="331257" cy="331257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0D6E6-0FD1-4039-83B5-FC8651AECD11}">
      <dsp:nvSpPr>
        <dsp:cNvPr id="0" name=""/>
        <dsp:cNvSpPr/>
      </dsp:nvSpPr>
      <dsp:spPr>
        <a:xfrm>
          <a:off x="3652272" y="3840683"/>
          <a:ext cx="1346245" cy="571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Regular Updates:</a:t>
          </a:r>
          <a:r>
            <a:rPr lang="en-US" sz="1100" b="0" i="0" kern="1200" baseline="0" dirty="0"/>
            <a:t> Timely OS updates available for all supported devices.</a:t>
          </a:r>
          <a:endParaRPr lang="en-US" sz="1100" kern="1200" dirty="0"/>
        </a:p>
      </dsp:txBody>
      <dsp:txXfrm>
        <a:off x="3652272" y="3840683"/>
        <a:ext cx="1346245" cy="5711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A33C73-99B0-4F33-A944-EAB056F158BF}">
      <dsp:nvSpPr>
        <dsp:cNvPr id="0" name=""/>
        <dsp:cNvSpPr/>
      </dsp:nvSpPr>
      <dsp:spPr>
        <a:xfrm>
          <a:off x="0" y="0"/>
          <a:ext cx="71266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1C1A0-965B-43B7-BEE6-78BA3F107661}">
      <dsp:nvSpPr>
        <dsp:cNvPr id="0" name=""/>
        <dsp:cNvSpPr/>
      </dsp:nvSpPr>
      <dsp:spPr>
        <a:xfrm>
          <a:off x="0" y="0"/>
          <a:ext cx="7126663" cy="720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Graphical User Interface (GUI):</a:t>
          </a:r>
          <a:r>
            <a:rPr lang="en-US" sz="2000" kern="1200"/>
            <a:t> Uses windows, icons, and menus for ease of use.</a:t>
          </a:r>
        </a:p>
      </dsp:txBody>
      <dsp:txXfrm>
        <a:off x="0" y="0"/>
        <a:ext cx="7126663" cy="720090"/>
      </dsp:txXfrm>
    </dsp:sp>
    <dsp:sp modelId="{E3E0F932-C71F-4DAF-AF29-D1C7B99DACB1}">
      <dsp:nvSpPr>
        <dsp:cNvPr id="0" name=""/>
        <dsp:cNvSpPr/>
      </dsp:nvSpPr>
      <dsp:spPr>
        <a:xfrm>
          <a:off x="0" y="720090"/>
          <a:ext cx="71266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1EE5B-B576-4FBA-A7FE-975E6C664A26}">
      <dsp:nvSpPr>
        <dsp:cNvPr id="0" name=""/>
        <dsp:cNvSpPr/>
      </dsp:nvSpPr>
      <dsp:spPr>
        <a:xfrm>
          <a:off x="0" y="720090"/>
          <a:ext cx="7126663" cy="720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Start Menu &amp; Taskbar:</a:t>
          </a:r>
          <a:r>
            <a:rPr lang="en-US" sz="2000" kern="1200"/>
            <a:t> Quick access to apps, files, and system settings.</a:t>
          </a:r>
        </a:p>
      </dsp:txBody>
      <dsp:txXfrm>
        <a:off x="0" y="720090"/>
        <a:ext cx="7126663" cy="720090"/>
      </dsp:txXfrm>
    </dsp:sp>
    <dsp:sp modelId="{CCCFF3FC-88CA-40BE-987F-15FF20A9D01D}">
      <dsp:nvSpPr>
        <dsp:cNvPr id="0" name=""/>
        <dsp:cNvSpPr/>
      </dsp:nvSpPr>
      <dsp:spPr>
        <a:xfrm>
          <a:off x="0" y="1440180"/>
          <a:ext cx="71266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EBDB6-5AE3-47D6-8C37-60F63F99EB75}">
      <dsp:nvSpPr>
        <dsp:cNvPr id="0" name=""/>
        <dsp:cNvSpPr/>
      </dsp:nvSpPr>
      <dsp:spPr>
        <a:xfrm>
          <a:off x="0" y="1440180"/>
          <a:ext cx="7126663" cy="720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File Management:</a:t>
          </a:r>
          <a:r>
            <a:rPr lang="en-US" sz="2000" kern="1200"/>
            <a:t> File Explorer allows easy access and organization of files.</a:t>
          </a:r>
        </a:p>
      </dsp:txBody>
      <dsp:txXfrm>
        <a:off x="0" y="1440180"/>
        <a:ext cx="7126663" cy="720090"/>
      </dsp:txXfrm>
    </dsp:sp>
    <dsp:sp modelId="{B8092A4C-9496-4CB5-8895-327246429D91}">
      <dsp:nvSpPr>
        <dsp:cNvPr id="0" name=""/>
        <dsp:cNvSpPr/>
      </dsp:nvSpPr>
      <dsp:spPr>
        <a:xfrm>
          <a:off x="0" y="2160270"/>
          <a:ext cx="71266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B18B18-60C7-458D-87A9-BAAB0168C8ED}">
      <dsp:nvSpPr>
        <dsp:cNvPr id="0" name=""/>
        <dsp:cNvSpPr/>
      </dsp:nvSpPr>
      <dsp:spPr>
        <a:xfrm>
          <a:off x="0" y="2160270"/>
          <a:ext cx="7126663" cy="720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Multitasking:</a:t>
          </a:r>
          <a:r>
            <a:rPr lang="en-US" sz="2000" kern="1200"/>
            <a:t> Run multiple applications at the same time.</a:t>
          </a:r>
        </a:p>
      </dsp:txBody>
      <dsp:txXfrm>
        <a:off x="0" y="2160270"/>
        <a:ext cx="7126663" cy="720090"/>
      </dsp:txXfrm>
    </dsp:sp>
    <dsp:sp modelId="{3D5E5BCE-C160-4B69-99F5-ED264ADF47F6}">
      <dsp:nvSpPr>
        <dsp:cNvPr id="0" name=""/>
        <dsp:cNvSpPr/>
      </dsp:nvSpPr>
      <dsp:spPr>
        <a:xfrm>
          <a:off x="0" y="2880360"/>
          <a:ext cx="71266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0B39C-C076-404F-B3CB-8A0539BFEA43}">
      <dsp:nvSpPr>
        <dsp:cNvPr id="0" name=""/>
        <dsp:cNvSpPr/>
      </dsp:nvSpPr>
      <dsp:spPr>
        <a:xfrm>
          <a:off x="0" y="2880360"/>
          <a:ext cx="7126663" cy="720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Security Features:</a:t>
          </a:r>
          <a:r>
            <a:rPr lang="en-US" sz="2000" kern="1200"/>
            <a:t> Windows Defender, firewall, and user account control (UAC).</a:t>
          </a:r>
        </a:p>
      </dsp:txBody>
      <dsp:txXfrm>
        <a:off x="0" y="2880360"/>
        <a:ext cx="7126663" cy="720090"/>
      </dsp:txXfrm>
    </dsp:sp>
    <dsp:sp modelId="{A077C041-C603-4B57-89FF-E5E619852C3A}">
      <dsp:nvSpPr>
        <dsp:cNvPr id="0" name=""/>
        <dsp:cNvSpPr/>
      </dsp:nvSpPr>
      <dsp:spPr>
        <a:xfrm>
          <a:off x="0" y="3600450"/>
          <a:ext cx="71266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509F8-0235-456D-8994-CB4DA471B092}">
      <dsp:nvSpPr>
        <dsp:cNvPr id="0" name=""/>
        <dsp:cNvSpPr/>
      </dsp:nvSpPr>
      <dsp:spPr>
        <a:xfrm>
          <a:off x="0" y="3600450"/>
          <a:ext cx="7126663" cy="720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Compatibility:</a:t>
          </a:r>
          <a:r>
            <a:rPr lang="en-US" sz="2000" kern="1200"/>
            <a:t> Supports a wide range of hardware and software applications.</a:t>
          </a:r>
        </a:p>
      </dsp:txBody>
      <dsp:txXfrm>
        <a:off x="0" y="3600450"/>
        <a:ext cx="7126663" cy="720090"/>
      </dsp:txXfrm>
    </dsp:sp>
    <dsp:sp modelId="{DE546E14-7C0D-4035-A4A5-7C17656F0277}">
      <dsp:nvSpPr>
        <dsp:cNvPr id="0" name=""/>
        <dsp:cNvSpPr/>
      </dsp:nvSpPr>
      <dsp:spPr>
        <a:xfrm>
          <a:off x="0" y="4320540"/>
          <a:ext cx="71266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ED253-B831-47F8-91AA-7188B8D21C1C}">
      <dsp:nvSpPr>
        <dsp:cNvPr id="0" name=""/>
        <dsp:cNvSpPr/>
      </dsp:nvSpPr>
      <dsp:spPr>
        <a:xfrm>
          <a:off x="0" y="4320540"/>
          <a:ext cx="7126663" cy="720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Networking:</a:t>
          </a:r>
          <a:r>
            <a:rPr lang="en-US" sz="2000" kern="1200"/>
            <a:t> Easy connection to networks, cloud services, and the internet.</a:t>
          </a:r>
        </a:p>
      </dsp:txBody>
      <dsp:txXfrm>
        <a:off x="0" y="4320540"/>
        <a:ext cx="7126663" cy="720090"/>
      </dsp:txXfrm>
    </dsp:sp>
    <dsp:sp modelId="{6BC56824-97EC-4A86-B906-661A8A8A02AB}">
      <dsp:nvSpPr>
        <dsp:cNvPr id="0" name=""/>
        <dsp:cNvSpPr/>
      </dsp:nvSpPr>
      <dsp:spPr>
        <a:xfrm>
          <a:off x="0" y="5040630"/>
          <a:ext cx="71266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E77ED-5EBD-48F4-B581-6186ED842E3F}">
      <dsp:nvSpPr>
        <dsp:cNvPr id="0" name=""/>
        <dsp:cNvSpPr/>
      </dsp:nvSpPr>
      <dsp:spPr>
        <a:xfrm>
          <a:off x="0" y="5040630"/>
          <a:ext cx="7126663" cy="720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Virtual Desktops:</a:t>
          </a:r>
          <a:r>
            <a:rPr lang="en-US" sz="2000" kern="1200"/>
            <a:t> Manage multiple desktops for different tasks.</a:t>
          </a:r>
        </a:p>
      </dsp:txBody>
      <dsp:txXfrm>
        <a:off x="0" y="5040630"/>
        <a:ext cx="7126663" cy="720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6059F-F363-4880-9D90-CAFF2D38F07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89B19-146E-42E8-A4C0-CE117CFBE9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75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7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6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48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7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2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6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14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9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37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92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5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32637B58-87C1-446D-BDA9-B06F4BCF7782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0" r:id="rId6"/>
    <p:sldLayoutId id="2147483816" r:id="rId7"/>
    <p:sldLayoutId id="2147483817" r:id="rId8"/>
    <p:sldLayoutId id="2147483818" r:id="rId9"/>
    <p:sldLayoutId id="2147483819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A032E0A-2DD2-4F18-827A-BB7F1285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D9807C-3D7F-48EE-AAA6-F678A1DF2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8729" y="0"/>
            <a:ext cx="6163092" cy="68635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178BB62-9973-41F5-884B-AC1CEF4F9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9057" y="0"/>
            <a:ext cx="6023986" cy="6870336"/>
          </a:xfrm>
          <a:custGeom>
            <a:avLst/>
            <a:gdLst>
              <a:gd name="connsiteX0" fmla="*/ 0 w 12192000"/>
              <a:gd name="connsiteY0" fmla="*/ 6854090 h 6858000"/>
              <a:gd name="connsiteX1" fmla="*/ 6168014 w 12192000"/>
              <a:gd name="connsiteY1" fmla="*/ 6854090 h 6858000"/>
              <a:gd name="connsiteX2" fmla="*/ 6322645 w 12192000"/>
              <a:gd name="connsiteY2" fmla="*/ 6858000 h 6858000"/>
              <a:gd name="connsiteX3" fmla="*/ 0 w 12192000"/>
              <a:gd name="connsiteY3" fmla="*/ 6858000 h 6858000"/>
              <a:gd name="connsiteX4" fmla="*/ 6477289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6322645 w 12192000"/>
              <a:gd name="connsiteY7" fmla="*/ 6858000 h 6858000"/>
              <a:gd name="connsiteX8" fmla="*/ 9753600 w 12192000"/>
              <a:gd name="connsiteY8" fmla="*/ 3427045 h 6858000"/>
              <a:gd name="connsiteX9" fmla="*/ 6499201 w 12192000"/>
              <a:gd name="connsiteY9" fmla="*/ 554 h 6858000"/>
              <a:gd name="connsiteX0" fmla="*/ 0 w 12192000"/>
              <a:gd name="connsiteY0" fmla="*/ 6858000 h 6858000"/>
              <a:gd name="connsiteX1" fmla="*/ 6168014 w 12192000"/>
              <a:gd name="connsiteY1" fmla="*/ 6854090 h 6858000"/>
              <a:gd name="connsiteX2" fmla="*/ 6322645 w 12192000"/>
              <a:gd name="connsiteY2" fmla="*/ 6858000 h 6858000"/>
              <a:gd name="connsiteX3" fmla="*/ 0 w 12192000"/>
              <a:gd name="connsiteY3" fmla="*/ 6858000 h 6858000"/>
              <a:gd name="connsiteX4" fmla="*/ 6477289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6322645 w 12192000"/>
              <a:gd name="connsiteY7" fmla="*/ 6858000 h 6858000"/>
              <a:gd name="connsiteX8" fmla="*/ 9753600 w 12192000"/>
              <a:gd name="connsiteY8" fmla="*/ 3427045 h 6858000"/>
              <a:gd name="connsiteX9" fmla="*/ 6499201 w 12192000"/>
              <a:gd name="connsiteY9" fmla="*/ 554 h 6858000"/>
              <a:gd name="connsiteX10" fmla="*/ 6477289 w 12192000"/>
              <a:gd name="connsiteY10" fmla="*/ 0 h 6858000"/>
              <a:gd name="connsiteX0" fmla="*/ 154631 w 6023986"/>
              <a:gd name="connsiteY0" fmla="*/ 6858000 h 6858000"/>
              <a:gd name="connsiteX1" fmla="*/ 0 w 6023986"/>
              <a:gd name="connsiteY1" fmla="*/ 6854090 h 6858000"/>
              <a:gd name="connsiteX2" fmla="*/ 154631 w 6023986"/>
              <a:gd name="connsiteY2" fmla="*/ 6858000 h 6858000"/>
              <a:gd name="connsiteX3" fmla="*/ 309275 w 6023986"/>
              <a:gd name="connsiteY3" fmla="*/ 0 h 6858000"/>
              <a:gd name="connsiteX4" fmla="*/ 6023986 w 6023986"/>
              <a:gd name="connsiteY4" fmla="*/ 0 h 6858000"/>
              <a:gd name="connsiteX5" fmla="*/ 6023986 w 6023986"/>
              <a:gd name="connsiteY5" fmla="*/ 6858000 h 6858000"/>
              <a:gd name="connsiteX6" fmla="*/ 154631 w 6023986"/>
              <a:gd name="connsiteY6" fmla="*/ 6858000 h 6858000"/>
              <a:gd name="connsiteX7" fmla="*/ 3585586 w 6023986"/>
              <a:gd name="connsiteY7" fmla="*/ 3427045 h 6858000"/>
              <a:gd name="connsiteX8" fmla="*/ 331187 w 6023986"/>
              <a:gd name="connsiteY8" fmla="*/ 554 h 6858000"/>
              <a:gd name="connsiteX9" fmla="*/ 309275 w 6023986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23986" h="6858000">
                <a:moveTo>
                  <a:pt x="154631" y="6858000"/>
                </a:moveTo>
                <a:lnTo>
                  <a:pt x="0" y="6854090"/>
                </a:lnTo>
                <a:lnTo>
                  <a:pt x="154631" y="6858000"/>
                </a:lnTo>
                <a:close/>
                <a:moveTo>
                  <a:pt x="309275" y="0"/>
                </a:moveTo>
                <a:lnTo>
                  <a:pt x="6023986" y="0"/>
                </a:lnTo>
                <a:lnTo>
                  <a:pt x="6023986" y="6858000"/>
                </a:lnTo>
                <a:lnTo>
                  <a:pt x="154631" y="6858000"/>
                </a:lnTo>
                <a:cubicBezTo>
                  <a:pt x="2049495" y="6858000"/>
                  <a:pt x="3585586" y="5321909"/>
                  <a:pt x="3585586" y="3427045"/>
                </a:cubicBezTo>
                <a:cubicBezTo>
                  <a:pt x="3585586" y="1591396"/>
                  <a:pt x="2144001" y="92446"/>
                  <a:pt x="331187" y="554"/>
                </a:cubicBezTo>
                <a:lnTo>
                  <a:pt x="309275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AD743-7B91-9E21-003B-7D8129971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163" y="685800"/>
            <a:ext cx="4667413" cy="365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</a:rPr>
              <a:t>To Present Android, Mac OS, iOS, Windows 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6E611DE5-4BB8-157A-FDD6-F5E13E66A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5" r="1574" b="-5"/>
          <a:stretch>
            <a:fillRect/>
          </a:stretch>
        </p:blipFill>
        <p:spPr>
          <a:xfrm>
            <a:off x="-1356" y="3429000"/>
            <a:ext cx="3019680" cy="3441359"/>
          </a:xfrm>
          <a:prstGeom prst="rect">
            <a:avLst/>
          </a:prstGeom>
        </p:spPr>
      </p:pic>
      <p:pic>
        <p:nvPicPr>
          <p:cNvPr id="10" name="Picture 9" descr="A blue ball with a logo&#10;&#10;AI-generated content may be incorrect.">
            <a:extLst>
              <a:ext uri="{FF2B5EF4-FFF2-40B4-BE49-F238E27FC236}">
                <a16:creationId xmlns:a16="http://schemas.microsoft.com/office/drawing/2014/main" id="{70354E3A-1652-9F01-322E-F6C1737F9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2" r="20067" b="2"/>
          <a:stretch>
            <a:fillRect/>
          </a:stretch>
        </p:blipFill>
        <p:spPr>
          <a:xfrm>
            <a:off x="-1356" y="-5569"/>
            <a:ext cx="3019680" cy="3441359"/>
          </a:xfrm>
          <a:prstGeom prst="rect">
            <a:avLst/>
          </a:prstGeom>
        </p:spPr>
      </p:pic>
      <p:pic>
        <p:nvPicPr>
          <p:cNvPr id="4" name="Picture 3" descr="A green robot toy&#10;&#10;AI-generated content may be incorrect.">
            <a:extLst>
              <a:ext uri="{FF2B5EF4-FFF2-40B4-BE49-F238E27FC236}">
                <a16:creationId xmlns:a16="http://schemas.microsoft.com/office/drawing/2014/main" id="{2B28C903-3242-CE75-2BE4-3D1080B7FC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8" b="2097"/>
          <a:stretch>
            <a:fillRect/>
          </a:stretch>
        </p:blipFill>
        <p:spPr>
          <a:xfrm>
            <a:off x="9182226" y="-5569"/>
            <a:ext cx="3009774" cy="3450471"/>
          </a:xfrm>
          <a:prstGeom prst="rect">
            <a:avLst/>
          </a:prstGeom>
        </p:spPr>
      </p:pic>
      <p:pic>
        <p:nvPicPr>
          <p:cNvPr id="8" name="Picture 7" descr="A blue and white face logo&#10;&#10;AI-generated content may be incorrect.">
            <a:extLst>
              <a:ext uri="{FF2B5EF4-FFF2-40B4-BE49-F238E27FC236}">
                <a16:creationId xmlns:a16="http://schemas.microsoft.com/office/drawing/2014/main" id="{DAC5AA01-F040-79DA-4568-0F2B13E120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42"/>
          <a:stretch>
            <a:fillRect/>
          </a:stretch>
        </p:blipFill>
        <p:spPr>
          <a:xfrm>
            <a:off x="9182226" y="3435801"/>
            <a:ext cx="3009774" cy="34413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6C49CE-71A6-CEF9-A3DB-CDEA24E15973}"/>
              </a:ext>
            </a:extLst>
          </p:cNvPr>
          <p:cNvSpPr txBox="1"/>
          <p:nvPr/>
        </p:nvSpPr>
        <p:spPr>
          <a:xfrm>
            <a:off x="5285744" y="6205944"/>
            <a:ext cx="3906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Akshat Rahangdale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27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822">
        <p:fade/>
      </p:transition>
    </mc:Choice>
    <mc:Fallback xmlns="">
      <p:transition spd="med" advTm="1822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9BB8F2C0-5085-4286-BF3B-489C592A9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6F5C1FD7-B737-1498-BFEC-C33440A1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79" r="2659"/>
          <a:stretch>
            <a:fillRect/>
          </a:stretch>
        </p:blipFill>
        <p:spPr>
          <a:xfrm>
            <a:off x="20" y="10"/>
            <a:ext cx="7113748" cy="6864903"/>
          </a:xfrm>
          <a:prstGeom prst="rect">
            <a:avLst/>
          </a:prstGeom>
        </p:spPr>
      </p:pic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705AD56-8B1B-4111-AE73-A1DEC7073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5103" y="-5976"/>
            <a:ext cx="8556895" cy="6872531"/>
          </a:xfrm>
          <a:custGeom>
            <a:avLst/>
            <a:gdLst>
              <a:gd name="connsiteX0" fmla="*/ 5317418 w 8556895"/>
              <a:gd name="connsiteY0" fmla="*/ 0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5869355 w 8556895"/>
              <a:gd name="connsiteY4" fmla="*/ 6865265 h 6865265"/>
              <a:gd name="connsiteX5" fmla="*/ 0 w 8556895"/>
              <a:gd name="connsiteY5" fmla="*/ 6865265 h 6865265"/>
              <a:gd name="connsiteX6" fmla="*/ 3430955 w 8556895"/>
              <a:gd name="connsiteY6" fmla="*/ 3434310 h 6865265"/>
              <a:gd name="connsiteX7" fmla="*/ 176556 w 8556895"/>
              <a:gd name="connsiteY7" fmla="*/ 7819 h 6865265"/>
              <a:gd name="connsiteX8" fmla="*/ 154644 w 8556895"/>
              <a:gd name="connsiteY8" fmla="*/ 7265 h 6865265"/>
              <a:gd name="connsiteX9" fmla="*/ 5317418 w 8556895"/>
              <a:gd name="connsiteY9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5869355 w 8556895"/>
              <a:gd name="connsiteY4" fmla="*/ 6865265 h 6865265"/>
              <a:gd name="connsiteX5" fmla="*/ 0 w 8556895"/>
              <a:gd name="connsiteY5" fmla="*/ 6865265 h 6865265"/>
              <a:gd name="connsiteX6" fmla="*/ 3430955 w 8556895"/>
              <a:gd name="connsiteY6" fmla="*/ 3434310 h 6865265"/>
              <a:gd name="connsiteX7" fmla="*/ 176556 w 8556895"/>
              <a:gd name="connsiteY7" fmla="*/ 7819 h 6865265"/>
              <a:gd name="connsiteX8" fmla="*/ 154644 w 8556895"/>
              <a:gd name="connsiteY8" fmla="*/ 7265 h 6865265"/>
              <a:gd name="connsiteX9" fmla="*/ 5317418 w 8556895"/>
              <a:gd name="connsiteY9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0 w 8556895"/>
              <a:gd name="connsiteY4" fmla="*/ 6865265 h 6865265"/>
              <a:gd name="connsiteX5" fmla="*/ 3430955 w 8556895"/>
              <a:gd name="connsiteY5" fmla="*/ 3434310 h 6865265"/>
              <a:gd name="connsiteX6" fmla="*/ 176556 w 8556895"/>
              <a:gd name="connsiteY6" fmla="*/ 7819 h 6865265"/>
              <a:gd name="connsiteX7" fmla="*/ 154644 w 8556895"/>
              <a:gd name="connsiteY7" fmla="*/ 7265 h 6865265"/>
              <a:gd name="connsiteX8" fmla="*/ 5317418 w 8556895"/>
              <a:gd name="connsiteY8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0 w 8556895"/>
              <a:gd name="connsiteY3" fmla="*/ 6865265 h 6865265"/>
              <a:gd name="connsiteX4" fmla="*/ 3430955 w 8556895"/>
              <a:gd name="connsiteY4" fmla="*/ 3434310 h 6865265"/>
              <a:gd name="connsiteX5" fmla="*/ 176556 w 8556895"/>
              <a:gd name="connsiteY5" fmla="*/ 7819 h 6865265"/>
              <a:gd name="connsiteX6" fmla="*/ 154644 w 8556895"/>
              <a:gd name="connsiteY6" fmla="*/ 7265 h 6865265"/>
              <a:gd name="connsiteX7" fmla="*/ 5317418 w 8556895"/>
              <a:gd name="connsiteY7" fmla="*/ 7265 h 6865265"/>
              <a:gd name="connsiteX0" fmla="*/ 154644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0 w 8556895"/>
              <a:gd name="connsiteY3" fmla="*/ 6865265 h 6865265"/>
              <a:gd name="connsiteX4" fmla="*/ 3430955 w 8556895"/>
              <a:gd name="connsiteY4" fmla="*/ 3434310 h 6865265"/>
              <a:gd name="connsiteX5" fmla="*/ 176556 w 8556895"/>
              <a:gd name="connsiteY5" fmla="*/ 7819 h 6865265"/>
              <a:gd name="connsiteX6" fmla="*/ 154644 w 8556895"/>
              <a:gd name="connsiteY6" fmla="*/ 7265 h 6865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56895" h="6865265">
                <a:moveTo>
                  <a:pt x="154644" y="7265"/>
                </a:moveTo>
                <a:lnTo>
                  <a:pt x="8556895" y="0"/>
                </a:lnTo>
                <a:lnTo>
                  <a:pt x="8556895" y="6858000"/>
                </a:lnTo>
                <a:lnTo>
                  <a:pt x="0" y="6865265"/>
                </a:lnTo>
                <a:cubicBezTo>
                  <a:pt x="1894864" y="6865265"/>
                  <a:pt x="3430955" y="5329174"/>
                  <a:pt x="3430955" y="3434310"/>
                </a:cubicBezTo>
                <a:cubicBezTo>
                  <a:pt x="3430955" y="1598661"/>
                  <a:pt x="1989370" y="99711"/>
                  <a:pt x="176556" y="7819"/>
                </a:cubicBezTo>
                <a:lnTo>
                  <a:pt x="154644" y="72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C46B4-E952-376B-CBCD-DE2B2D9AF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6518" y="685800"/>
            <a:ext cx="4155881" cy="3814481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Presentation on Android</a:t>
            </a:r>
            <a:br>
              <a:rPr lang="en-US" sz="4800">
                <a:solidFill>
                  <a:srgbClr val="FFFFFF"/>
                </a:solidFill>
              </a:rPr>
            </a:br>
            <a:endParaRPr lang="en-IN" sz="4800">
              <a:solidFill>
                <a:srgbClr val="FFFFFF"/>
              </a:solidFill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439D4E6-5229-413A-A17B-5910539E8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600" y="4957767"/>
            <a:ext cx="9880399" cy="1907146"/>
          </a:xfrm>
          <a:custGeom>
            <a:avLst/>
            <a:gdLst>
              <a:gd name="connsiteX0" fmla="*/ 3703306 w 9880399"/>
              <a:gd name="connsiteY0" fmla="*/ 0 h 1907146"/>
              <a:gd name="connsiteX1" fmla="*/ 9880399 w 9880399"/>
              <a:gd name="connsiteY1" fmla="*/ 0 h 1907146"/>
              <a:gd name="connsiteX2" fmla="*/ 9880399 w 9880399"/>
              <a:gd name="connsiteY2" fmla="*/ 1907146 h 1907146"/>
              <a:gd name="connsiteX3" fmla="*/ 0 w 9880399"/>
              <a:gd name="connsiteY3" fmla="*/ 1907146 h 1907146"/>
              <a:gd name="connsiteX4" fmla="*/ 38110 w 9880399"/>
              <a:gd name="connsiteY4" fmla="*/ 1752976 h 1907146"/>
              <a:gd name="connsiteX5" fmla="*/ 2390342 w 9880399"/>
              <a:gd name="connsiteY5" fmla="*/ 1 h 1907146"/>
              <a:gd name="connsiteX6" fmla="*/ 2500931 w 9880399"/>
              <a:gd name="connsiteY6" fmla="*/ 2797 h 1907146"/>
              <a:gd name="connsiteX7" fmla="*/ 3703306 w 9880399"/>
              <a:gd name="connsiteY7" fmla="*/ 2797 h 190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80399" h="1907146">
                <a:moveTo>
                  <a:pt x="3703306" y="0"/>
                </a:moveTo>
                <a:lnTo>
                  <a:pt x="9880399" y="0"/>
                </a:lnTo>
                <a:lnTo>
                  <a:pt x="9880399" y="1907146"/>
                </a:lnTo>
                <a:lnTo>
                  <a:pt x="0" y="1907146"/>
                </a:lnTo>
                <a:lnTo>
                  <a:pt x="38110" y="1752976"/>
                </a:lnTo>
                <a:cubicBezTo>
                  <a:pt x="339672" y="739254"/>
                  <a:pt x="1278677" y="1"/>
                  <a:pt x="2390342" y="1"/>
                </a:cubicBezTo>
                <a:lnTo>
                  <a:pt x="2500931" y="2797"/>
                </a:lnTo>
                <a:lnTo>
                  <a:pt x="3703306" y="2797"/>
                </a:lnTo>
                <a:close/>
              </a:path>
            </a:pathLst>
          </a:cu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F7BDB-D6C6-4BFE-19C7-2EDB19B92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7435" y="5257800"/>
            <a:ext cx="4834964" cy="1118445"/>
          </a:xfrm>
        </p:spPr>
        <p:txBody>
          <a:bodyPr anchor="ctr">
            <a:normAutofit/>
          </a:bodyPr>
          <a:lstStyle/>
          <a:p>
            <a:pPr algn="r"/>
            <a:r>
              <a:rPr lang="en-US" sz="1400" dirty="0">
                <a:solidFill>
                  <a:srgbClr val="FFFFFF"/>
                </a:solidFill>
              </a:rPr>
              <a:t>BY AKSHAT RAHANGDALE </a:t>
            </a:r>
            <a:endParaRPr lang="en-IN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277235"/>
      </p:ext>
    </p:extLst>
  </p:cSld>
  <p:clrMapOvr>
    <a:masterClrMapping/>
  </p:clrMapOvr>
  <p:transition spd="slow" advTm="2224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B63154B-778D-4A97-B328-36341A52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5D7039-6499-4D27-A45E-DF5E16A00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3942" cy="2128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DE9A7F4-691A-447E-ACC3-DF3EABCD2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135146"/>
            <a:ext cx="2343647" cy="4520714"/>
          </a:xfrm>
          <a:custGeom>
            <a:avLst/>
            <a:gdLst>
              <a:gd name="connsiteX0" fmla="*/ 2343647 w 2343647"/>
              <a:gd name="connsiteY0" fmla="*/ 0 h 4520714"/>
              <a:gd name="connsiteX1" fmla="*/ 2343647 w 2343647"/>
              <a:gd name="connsiteY1" fmla="*/ 4520714 h 4520714"/>
              <a:gd name="connsiteX2" fmla="*/ 2340504 w 2343647"/>
              <a:gd name="connsiteY2" fmla="*/ 4458470 h 4520714"/>
              <a:gd name="connsiteX3" fmla="*/ 134816 w 2343647"/>
              <a:gd name="connsiteY3" fmla="*/ 2266740 h 4520714"/>
              <a:gd name="connsiteX4" fmla="*/ 0 w 2343647"/>
              <a:gd name="connsiteY4" fmla="*/ 2260357 h 4520714"/>
              <a:gd name="connsiteX5" fmla="*/ 134816 w 2343647"/>
              <a:gd name="connsiteY5" fmla="*/ 2253974 h 4520714"/>
              <a:gd name="connsiteX6" fmla="*/ 2340504 w 2343647"/>
              <a:gd name="connsiteY6" fmla="*/ 62243 h 4520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647" h="4520714">
                <a:moveTo>
                  <a:pt x="2343647" y="0"/>
                </a:moveTo>
                <a:lnTo>
                  <a:pt x="2343647" y="4520714"/>
                </a:lnTo>
                <a:lnTo>
                  <a:pt x="2340504" y="4458470"/>
                </a:lnTo>
                <a:cubicBezTo>
                  <a:pt x="2222700" y="3298480"/>
                  <a:pt x="1296917" y="2377350"/>
                  <a:pt x="134816" y="2266740"/>
                </a:cubicBezTo>
                <a:lnTo>
                  <a:pt x="0" y="2260357"/>
                </a:lnTo>
                <a:lnTo>
                  <a:pt x="134816" y="2253974"/>
                </a:lnTo>
                <a:cubicBezTo>
                  <a:pt x="1296917" y="2143364"/>
                  <a:pt x="2222700" y="1222233"/>
                  <a:pt x="2340504" y="622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6C5CF39-BEA7-4686-ACC2-49AD7900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135146"/>
            <a:ext cx="2343647" cy="4520714"/>
          </a:xfrm>
          <a:custGeom>
            <a:avLst/>
            <a:gdLst>
              <a:gd name="connsiteX0" fmla="*/ 2343647 w 2343647"/>
              <a:gd name="connsiteY0" fmla="*/ 0 h 4520714"/>
              <a:gd name="connsiteX1" fmla="*/ 2343647 w 2343647"/>
              <a:gd name="connsiteY1" fmla="*/ 4520714 h 4520714"/>
              <a:gd name="connsiteX2" fmla="*/ 2340504 w 2343647"/>
              <a:gd name="connsiteY2" fmla="*/ 4458470 h 4520714"/>
              <a:gd name="connsiteX3" fmla="*/ 134816 w 2343647"/>
              <a:gd name="connsiteY3" fmla="*/ 2266740 h 4520714"/>
              <a:gd name="connsiteX4" fmla="*/ 0 w 2343647"/>
              <a:gd name="connsiteY4" fmla="*/ 2260357 h 4520714"/>
              <a:gd name="connsiteX5" fmla="*/ 134816 w 2343647"/>
              <a:gd name="connsiteY5" fmla="*/ 2253974 h 4520714"/>
              <a:gd name="connsiteX6" fmla="*/ 2340504 w 2343647"/>
              <a:gd name="connsiteY6" fmla="*/ 62243 h 4520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647" h="4520714">
                <a:moveTo>
                  <a:pt x="2343647" y="0"/>
                </a:moveTo>
                <a:lnTo>
                  <a:pt x="2343647" y="4520714"/>
                </a:lnTo>
                <a:lnTo>
                  <a:pt x="2340504" y="4458470"/>
                </a:lnTo>
                <a:cubicBezTo>
                  <a:pt x="2222700" y="3298480"/>
                  <a:pt x="1296917" y="2377350"/>
                  <a:pt x="134816" y="2266740"/>
                </a:cubicBezTo>
                <a:lnTo>
                  <a:pt x="0" y="2260357"/>
                </a:lnTo>
                <a:lnTo>
                  <a:pt x="134816" y="2253974"/>
                </a:lnTo>
                <a:cubicBezTo>
                  <a:pt x="1296917" y="2143364"/>
                  <a:pt x="2222700" y="1222233"/>
                  <a:pt x="2340504" y="6224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70BF8-10E9-1F8F-8583-9910DB5C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8884"/>
            <a:ext cx="10058399" cy="12627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</a:rPr>
              <a:t>What is Android?</a:t>
            </a:r>
          </a:p>
        </p:txBody>
      </p:sp>
      <p:pic>
        <p:nvPicPr>
          <p:cNvPr id="8" name="Picture Placeholder 7" descr="A green robot toy&#10;&#10;AI-generated content may be incorrect.">
            <a:extLst>
              <a:ext uri="{FF2B5EF4-FFF2-40B4-BE49-F238E27FC236}">
                <a16:creationId xmlns:a16="http://schemas.microsoft.com/office/drawing/2014/main" id="{84833A3B-B477-1F52-1C58-396BD00B6B9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1" r="-1" b="3749"/>
          <a:stretch>
            <a:fillRect/>
          </a:stretch>
        </p:blipFill>
        <p:spPr>
          <a:xfrm>
            <a:off x="7924800" y="2128964"/>
            <a:ext cx="4279142" cy="4729034"/>
          </a:xfrm>
          <a:prstGeom prst="rect">
            <a:avLst/>
          </a:prstGeom>
        </p:spPr>
      </p:pic>
      <p:graphicFrame>
        <p:nvGraphicFramePr>
          <p:cNvPr id="23" name="Text Placeholder 3">
            <a:extLst>
              <a:ext uri="{FF2B5EF4-FFF2-40B4-BE49-F238E27FC236}">
                <a16:creationId xmlns:a16="http://schemas.microsoft.com/office/drawing/2014/main" id="{6DFC17F6-54DE-3399-D2EA-F31163216DD4}"/>
              </a:ext>
            </a:extLst>
          </p:cNvPr>
          <p:cNvGraphicFramePr/>
          <p:nvPr/>
        </p:nvGraphicFramePr>
        <p:xfrm>
          <a:off x="914400" y="2727296"/>
          <a:ext cx="6346209" cy="3449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3326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489">
        <p:split orient="vert"/>
      </p:transition>
    </mc:Choice>
    <mc:Fallback xmlns="">
      <p:transition spd="slow" advTm="2489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Graphic spid="23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52F0-1D03-32A3-30EE-119A99F6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Features of Android:</a:t>
            </a:r>
            <a:endParaRPr lang="en-IN" dirty="0"/>
          </a:p>
        </p:txBody>
      </p:sp>
      <p:pic>
        <p:nvPicPr>
          <p:cNvPr id="8" name="Picture Placeholder 7" descr="A green toy robot holding a clapper board&#10;&#10;AI-generated content may be incorrect.">
            <a:extLst>
              <a:ext uri="{FF2B5EF4-FFF2-40B4-BE49-F238E27FC236}">
                <a16:creationId xmlns:a16="http://schemas.microsoft.com/office/drawing/2014/main" id="{51D0FB0F-C7A8-CD88-0E84-93D41408809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8" r="18037"/>
          <a:stretch>
            <a:fillRect/>
          </a:stretch>
        </p:blipFill>
        <p:spPr>
          <a:xfrm>
            <a:off x="6837363" y="987425"/>
            <a:ext cx="4518025" cy="4873625"/>
          </a:xfrm>
        </p:spPr>
      </p:pic>
      <p:graphicFrame>
        <p:nvGraphicFramePr>
          <p:cNvPr id="10" name="Rectangle 2">
            <a:extLst>
              <a:ext uri="{FF2B5EF4-FFF2-40B4-BE49-F238E27FC236}">
                <a16:creationId xmlns:a16="http://schemas.microsoft.com/office/drawing/2014/main" id="{32613655-2483-F689-AE00-D86A873B2D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7641916"/>
              </p:ext>
            </p:extLst>
          </p:nvPr>
        </p:nvGraphicFramePr>
        <p:xfrm>
          <a:off x="402909" y="2032109"/>
          <a:ext cx="5916612" cy="3293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576628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2D322-9126-624D-1F6C-DD7F5C8D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CE685067-C8E9-6BF2-96D2-732E63673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912BABD6-712E-229D-D7DB-C47D1BC792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79" r="2659"/>
          <a:stretch>
            <a:fillRect/>
          </a:stretch>
        </p:blipFill>
        <p:spPr>
          <a:xfrm>
            <a:off x="20" y="10"/>
            <a:ext cx="7113748" cy="6864903"/>
          </a:xfrm>
          <a:prstGeom prst="rect">
            <a:avLst/>
          </a:prstGeom>
        </p:spPr>
      </p:pic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CD5B53C-49EB-4DFA-A6DD-AAF021662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5103" y="-5976"/>
            <a:ext cx="8556895" cy="6872531"/>
          </a:xfrm>
          <a:custGeom>
            <a:avLst/>
            <a:gdLst>
              <a:gd name="connsiteX0" fmla="*/ 5317418 w 8556895"/>
              <a:gd name="connsiteY0" fmla="*/ 0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5869355 w 8556895"/>
              <a:gd name="connsiteY4" fmla="*/ 6865265 h 6865265"/>
              <a:gd name="connsiteX5" fmla="*/ 0 w 8556895"/>
              <a:gd name="connsiteY5" fmla="*/ 6865265 h 6865265"/>
              <a:gd name="connsiteX6" fmla="*/ 3430955 w 8556895"/>
              <a:gd name="connsiteY6" fmla="*/ 3434310 h 6865265"/>
              <a:gd name="connsiteX7" fmla="*/ 176556 w 8556895"/>
              <a:gd name="connsiteY7" fmla="*/ 7819 h 6865265"/>
              <a:gd name="connsiteX8" fmla="*/ 154644 w 8556895"/>
              <a:gd name="connsiteY8" fmla="*/ 7265 h 6865265"/>
              <a:gd name="connsiteX9" fmla="*/ 5317418 w 8556895"/>
              <a:gd name="connsiteY9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5869355 w 8556895"/>
              <a:gd name="connsiteY4" fmla="*/ 6865265 h 6865265"/>
              <a:gd name="connsiteX5" fmla="*/ 0 w 8556895"/>
              <a:gd name="connsiteY5" fmla="*/ 6865265 h 6865265"/>
              <a:gd name="connsiteX6" fmla="*/ 3430955 w 8556895"/>
              <a:gd name="connsiteY6" fmla="*/ 3434310 h 6865265"/>
              <a:gd name="connsiteX7" fmla="*/ 176556 w 8556895"/>
              <a:gd name="connsiteY7" fmla="*/ 7819 h 6865265"/>
              <a:gd name="connsiteX8" fmla="*/ 154644 w 8556895"/>
              <a:gd name="connsiteY8" fmla="*/ 7265 h 6865265"/>
              <a:gd name="connsiteX9" fmla="*/ 5317418 w 8556895"/>
              <a:gd name="connsiteY9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0 w 8556895"/>
              <a:gd name="connsiteY4" fmla="*/ 6865265 h 6865265"/>
              <a:gd name="connsiteX5" fmla="*/ 3430955 w 8556895"/>
              <a:gd name="connsiteY5" fmla="*/ 3434310 h 6865265"/>
              <a:gd name="connsiteX6" fmla="*/ 176556 w 8556895"/>
              <a:gd name="connsiteY6" fmla="*/ 7819 h 6865265"/>
              <a:gd name="connsiteX7" fmla="*/ 154644 w 8556895"/>
              <a:gd name="connsiteY7" fmla="*/ 7265 h 6865265"/>
              <a:gd name="connsiteX8" fmla="*/ 5317418 w 8556895"/>
              <a:gd name="connsiteY8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0 w 8556895"/>
              <a:gd name="connsiteY3" fmla="*/ 6865265 h 6865265"/>
              <a:gd name="connsiteX4" fmla="*/ 3430955 w 8556895"/>
              <a:gd name="connsiteY4" fmla="*/ 3434310 h 6865265"/>
              <a:gd name="connsiteX5" fmla="*/ 176556 w 8556895"/>
              <a:gd name="connsiteY5" fmla="*/ 7819 h 6865265"/>
              <a:gd name="connsiteX6" fmla="*/ 154644 w 8556895"/>
              <a:gd name="connsiteY6" fmla="*/ 7265 h 6865265"/>
              <a:gd name="connsiteX7" fmla="*/ 5317418 w 8556895"/>
              <a:gd name="connsiteY7" fmla="*/ 7265 h 6865265"/>
              <a:gd name="connsiteX0" fmla="*/ 154644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0 w 8556895"/>
              <a:gd name="connsiteY3" fmla="*/ 6865265 h 6865265"/>
              <a:gd name="connsiteX4" fmla="*/ 3430955 w 8556895"/>
              <a:gd name="connsiteY4" fmla="*/ 3434310 h 6865265"/>
              <a:gd name="connsiteX5" fmla="*/ 176556 w 8556895"/>
              <a:gd name="connsiteY5" fmla="*/ 7819 h 6865265"/>
              <a:gd name="connsiteX6" fmla="*/ 154644 w 8556895"/>
              <a:gd name="connsiteY6" fmla="*/ 7265 h 6865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56895" h="6865265">
                <a:moveTo>
                  <a:pt x="154644" y="7265"/>
                </a:moveTo>
                <a:lnTo>
                  <a:pt x="8556895" y="0"/>
                </a:lnTo>
                <a:lnTo>
                  <a:pt x="8556895" y="6858000"/>
                </a:lnTo>
                <a:lnTo>
                  <a:pt x="0" y="6865265"/>
                </a:lnTo>
                <a:cubicBezTo>
                  <a:pt x="1894864" y="6865265"/>
                  <a:pt x="3430955" y="5329174"/>
                  <a:pt x="3430955" y="3434310"/>
                </a:cubicBezTo>
                <a:cubicBezTo>
                  <a:pt x="3430955" y="1598661"/>
                  <a:pt x="1989370" y="99711"/>
                  <a:pt x="176556" y="7819"/>
                </a:cubicBezTo>
                <a:lnTo>
                  <a:pt x="154644" y="72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58CF55-08A4-9B89-9D0D-FF83C2515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6518" y="685800"/>
            <a:ext cx="4155881" cy="3814481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Presentation on Mac OS</a:t>
            </a:r>
            <a:br>
              <a:rPr lang="en-US" sz="4800" dirty="0">
                <a:solidFill>
                  <a:srgbClr val="FFFFFF"/>
                </a:solidFill>
              </a:rPr>
            </a:br>
            <a:endParaRPr lang="en-IN" sz="4800" dirty="0">
              <a:solidFill>
                <a:srgbClr val="FFFFFF"/>
              </a:solidFill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B5B52649-C5B4-34CA-5644-F0A13E057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600" y="4957767"/>
            <a:ext cx="9880399" cy="1907146"/>
          </a:xfrm>
          <a:custGeom>
            <a:avLst/>
            <a:gdLst>
              <a:gd name="connsiteX0" fmla="*/ 3703306 w 9880399"/>
              <a:gd name="connsiteY0" fmla="*/ 0 h 1907146"/>
              <a:gd name="connsiteX1" fmla="*/ 9880399 w 9880399"/>
              <a:gd name="connsiteY1" fmla="*/ 0 h 1907146"/>
              <a:gd name="connsiteX2" fmla="*/ 9880399 w 9880399"/>
              <a:gd name="connsiteY2" fmla="*/ 1907146 h 1907146"/>
              <a:gd name="connsiteX3" fmla="*/ 0 w 9880399"/>
              <a:gd name="connsiteY3" fmla="*/ 1907146 h 1907146"/>
              <a:gd name="connsiteX4" fmla="*/ 38110 w 9880399"/>
              <a:gd name="connsiteY4" fmla="*/ 1752976 h 1907146"/>
              <a:gd name="connsiteX5" fmla="*/ 2390342 w 9880399"/>
              <a:gd name="connsiteY5" fmla="*/ 1 h 1907146"/>
              <a:gd name="connsiteX6" fmla="*/ 2500931 w 9880399"/>
              <a:gd name="connsiteY6" fmla="*/ 2797 h 1907146"/>
              <a:gd name="connsiteX7" fmla="*/ 3703306 w 9880399"/>
              <a:gd name="connsiteY7" fmla="*/ 2797 h 190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80399" h="1907146">
                <a:moveTo>
                  <a:pt x="3703306" y="0"/>
                </a:moveTo>
                <a:lnTo>
                  <a:pt x="9880399" y="0"/>
                </a:lnTo>
                <a:lnTo>
                  <a:pt x="9880399" y="1907146"/>
                </a:lnTo>
                <a:lnTo>
                  <a:pt x="0" y="1907146"/>
                </a:lnTo>
                <a:lnTo>
                  <a:pt x="38110" y="1752976"/>
                </a:lnTo>
                <a:cubicBezTo>
                  <a:pt x="339672" y="739254"/>
                  <a:pt x="1278677" y="1"/>
                  <a:pt x="2390342" y="1"/>
                </a:cubicBezTo>
                <a:lnTo>
                  <a:pt x="2500931" y="2797"/>
                </a:lnTo>
                <a:lnTo>
                  <a:pt x="3703306" y="2797"/>
                </a:lnTo>
                <a:close/>
              </a:path>
            </a:pathLst>
          </a:cu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DE896-454B-3EAD-1722-B6304F856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7435" y="5257800"/>
            <a:ext cx="4834964" cy="1118445"/>
          </a:xfrm>
        </p:spPr>
        <p:txBody>
          <a:bodyPr anchor="ctr">
            <a:normAutofit/>
          </a:bodyPr>
          <a:lstStyle/>
          <a:p>
            <a:pPr algn="r"/>
            <a:r>
              <a:rPr lang="en-US" sz="1400" dirty="0">
                <a:solidFill>
                  <a:srgbClr val="FFFFFF"/>
                </a:solidFill>
              </a:rPr>
              <a:t>BY AKSHAT RAHANGDALE </a:t>
            </a:r>
            <a:endParaRPr lang="en-IN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59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FF30AE3-5A36-4C87-A232-1BB2380AE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25B5FF-E13A-45B8-AE8F-C24F2DD7D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3942" cy="2128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A23B282-46D3-4D08-AA8B-B34C55AD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42" y="0"/>
            <a:ext cx="2343647" cy="4385568"/>
          </a:xfrm>
          <a:custGeom>
            <a:avLst/>
            <a:gdLst>
              <a:gd name="connsiteX0" fmla="*/ 0 w 2343647"/>
              <a:gd name="connsiteY0" fmla="*/ 0 h 4385568"/>
              <a:gd name="connsiteX1" fmla="*/ 13818 w 2343647"/>
              <a:gd name="connsiteY1" fmla="*/ 0 h 4385568"/>
              <a:gd name="connsiteX2" fmla="*/ 34560 w 2343647"/>
              <a:gd name="connsiteY2" fmla="*/ 141658 h 4385568"/>
              <a:gd name="connsiteX3" fmla="*/ 2208831 w 2343647"/>
              <a:gd name="connsiteY3" fmla="*/ 2118828 h 4385568"/>
              <a:gd name="connsiteX4" fmla="*/ 2343647 w 2343647"/>
              <a:gd name="connsiteY4" fmla="*/ 2125211 h 4385568"/>
              <a:gd name="connsiteX5" fmla="*/ 2208831 w 2343647"/>
              <a:gd name="connsiteY5" fmla="*/ 2131594 h 4385568"/>
              <a:gd name="connsiteX6" fmla="*/ 3143 w 2343647"/>
              <a:gd name="connsiteY6" fmla="*/ 4323325 h 4385568"/>
              <a:gd name="connsiteX7" fmla="*/ 0 w 2343647"/>
              <a:gd name="connsiteY7" fmla="*/ 4385568 h 438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3647" h="4385568">
                <a:moveTo>
                  <a:pt x="0" y="0"/>
                </a:moveTo>
                <a:lnTo>
                  <a:pt x="13818" y="0"/>
                </a:lnTo>
                <a:lnTo>
                  <a:pt x="34560" y="141658"/>
                </a:lnTo>
                <a:cubicBezTo>
                  <a:pt x="237593" y="1199063"/>
                  <a:pt x="1119361" y="2015131"/>
                  <a:pt x="2208831" y="2118828"/>
                </a:cubicBezTo>
                <a:lnTo>
                  <a:pt x="2343647" y="2125211"/>
                </a:lnTo>
                <a:lnTo>
                  <a:pt x="2208831" y="2131594"/>
                </a:lnTo>
                <a:cubicBezTo>
                  <a:pt x="1046730" y="2242204"/>
                  <a:pt x="120947" y="3163335"/>
                  <a:pt x="3143" y="4323325"/>
                </a:cubicBezTo>
                <a:lnTo>
                  <a:pt x="0" y="43855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309C63A-BB43-4695-A368-9B4D722F1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343647" cy="4385568"/>
          </a:xfrm>
          <a:custGeom>
            <a:avLst/>
            <a:gdLst>
              <a:gd name="connsiteX0" fmla="*/ 0 w 2343647"/>
              <a:gd name="connsiteY0" fmla="*/ 0 h 4385568"/>
              <a:gd name="connsiteX1" fmla="*/ 13818 w 2343647"/>
              <a:gd name="connsiteY1" fmla="*/ 0 h 4385568"/>
              <a:gd name="connsiteX2" fmla="*/ 34560 w 2343647"/>
              <a:gd name="connsiteY2" fmla="*/ 141658 h 4385568"/>
              <a:gd name="connsiteX3" fmla="*/ 2208831 w 2343647"/>
              <a:gd name="connsiteY3" fmla="*/ 2118828 h 4385568"/>
              <a:gd name="connsiteX4" fmla="*/ 2343647 w 2343647"/>
              <a:gd name="connsiteY4" fmla="*/ 2125211 h 4385568"/>
              <a:gd name="connsiteX5" fmla="*/ 2208831 w 2343647"/>
              <a:gd name="connsiteY5" fmla="*/ 2131594 h 4385568"/>
              <a:gd name="connsiteX6" fmla="*/ 3143 w 2343647"/>
              <a:gd name="connsiteY6" fmla="*/ 4323325 h 4385568"/>
              <a:gd name="connsiteX7" fmla="*/ 0 w 2343647"/>
              <a:gd name="connsiteY7" fmla="*/ 4385568 h 438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3647" h="4385568">
                <a:moveTo>
                  <a:pt x="0" y="0"/>
                </a:moveTo>
                <a:lnTo>
                  <a:pt x="13818" y="0"/>
                </a:lnTo>
                <a:lnTo>
                  <a:pt x="34560" y="141658"/>
                </a:lnTo>
                <a:cubicBezTo>
                  <a:pt x="237593" y="1199063"/>
                  <a:pt x="1119361" y="2015131"/>
                  <a:pt x="2208831" y="2118828"/>
                </a:cubicBezTo>
                <a:lnTo>
                  <a:pt x="2343647" y="2125211"/>
                </a:lnTo>
                <a:lnTo>
                  <a:pt x="2208831" y="2131594"/>
                </a:lnTo>
                <a:cubicBezTo>
                  <a:pt x="1046730" y="2242204"/>
                  <a:pt x="120947" y="3163335"/>
                  <a:pt x="3143" y="4323325"/>
                </a:cubicBezTo>
                <a:lnTo>
                  <a:pt x="0" y="4385568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40CF4E-1805-47CF-4698-704EF9BB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43459"/>
            <a:ext cx="9914859" cy="1291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</a:rPr>
              <a:t>What is Mac OS?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3F803-A66A-752E-3512-9880F4996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2766727"/>
            <a:ext cx="6705600" cy="341023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Mac OS is a </a:t>
            </a:r>
            <a:r>
              <a:rPr lang="en-US" b="1" dirty="0"/>
              <a:t>desktop and laptop operating system</a:t>
            </a:r>
            <a:r>
              <a:rPr lang="en-US" dirty="0"/>
              <a:t> developed by </a:t>
            </a:r>
            <a:r>
              <a:rPr lang="en-US" b="1" dirty="0"/>
              <a:t>Apple Inc.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It is designed exclusively for </a:t>
            </a:r>
            <a:r>
              <a:rPr lang="en-US" b="1" dirty="0"/>
              <a:t>Mac computers</a:t>
            </a:r>
            <a:r>
              <a:rPr lang="en-US" dirty="0"/>
              <a:t> such as </a:t>
            </a:r>
            <a:r>
              <a:rPr lang="en-US" b="1" dirty="0"/>
              <a:t>MacBook, iMac, Mac Mini, and Mac Pro</a:t>
            </a:r>
            <a:r>
              <a:rPr lang="en-US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Known for its </a:t>
            </a:r>
            <a:r>
              <a:rPr lang="en-US" b="1" dirty="0"/>
              <a:t>graphical user interface (GUI)</a:t>
            </a:r>
            <a:r>
              <a:rPr lang="en-US" dirty="0"/>
              <a:t> and </a:t>
            </a:r>
            <a:r>
              <a:rPr lang="en-US" b="1" dirty="0"/>
              <a:t>stability</a:t>
            </a:r>
            <a:r>
              <a:rPr lang="en-US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First introduced in </a:t>
            </a:r>
            <a:r>
              <a:rPr lang="en-US" b="1" dirty="0"/>
              <a:t>1984 as Mac OS</a:t>
            </a:r>
            <a:r>
              <a:rPr lang="en-US" dirty="0"/>
              <a:t>, renamed </a:t>
            </a:r>
            <a:r>
              <a:rPr lang="en-US" b="1" dirty="0"/>
              <a:t>Mac OS</a:t>
            </a:r>
            <a:r>
              <a:rPr lang="en-US" dirty="0"/>
              <a:t> in 2012.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Placeholder 5" descr="A blue and white face logo&#10;&#10;AI-generated content may be incorrect.">
            <a:extLst>
              <a:ext uri="{FF2B5EF4-FFF2-40B4-BE49-F238E27FC236}">
                <a16:creationId xmlns:a16="http://schemas.microsoft.com/office/drawing/2014/main" id="{9C0F0540-DCC9-E621-6128-0CE413B3D30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8001001" y="3043907"/>
            <a:ext cx="3581400" cy="282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1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D333AB-F4DE-C9A2-99A5-DC0AD7DE7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3113" y="4849906"/>
            <a:ext cx="2153783" cy="2008094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Placeholder 5" descr="A black apple logo with black text&#10;&#10;AI-generated content may be incorrect.">
            <a:extLst>
              <a:ext uri="{FF2B5EF4-FFF2-40B4-BE49-F238E27FC236}">
                <a16:creationId xmlns:a16="http://schemas.microsoft.com/office/drawing/2014/main" id="{44667F8E-F278-1739-8F79-7DAAD4EBD2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7" r="-2" b="4126"/>
          <a:stretch>
            <a:fillRect/>
          </a:stretch>
        </p:blipFill>
        <p:spPr>
          <a:xfrm>
            <a:off x="731521" y="2011679"/>
            <a:ext cx="4684352" cy="42976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7FDE7E-3003-D9AF-DF6B-FF480990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1"/>
            <a:ext cx="4779572" cy="1298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Key Features of Mac OS: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1D834-8895-2533-2CA8-30E5B81B0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35040" y="548638"/>
            <a:ext cx="5546770" cy="57607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User-Friendly Interface:</a:t>
            </a:r>
            <a:r>
              <a:rPr lang="en-US"/>
              <a:t> Clean, intuitive, and visually appealing.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Security &amp; Privacy:</a:t>
            </a:r>
            <a:r>
              <a:rPr lang="en-US"/>
              <a:t> Built-in security features like Gatekeeper, FileVault, and sandboxing.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Integration:</a:t>
            </a:r>
            <a:r>
              <a:rPr lang="en-US"/>
              <a:t> Seamlessly works with other Apple devices like iPhone, iPad, and Apple Watch (Handoff, AirDrop, iCloud).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Pre-installed Apps:</a:t>
            </a:r>
            <a:r>
              <a:rPr lang="en-US"/>
              <a:t> Safari, Mail, Calendar, Photos, Music, and productivity apps.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Multitasking:</a:t>
            </a:r>
            <a:r>
              <a:rPr lang="en-US"/>
              <a:t> Supports multiple desktops (Spaces) and Mission Control for easy app management.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Regular Updates:</a:t>
            </a:r>
            <a:r>
              <a:rPr lang="en-US"/>
              <a:t> Apple provides frequent system updates with new features and security improvements.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Performance Optimization:</a:t>
            </a:r>
            <a:r>
              <a:rPr lang="en-US"/>
              <a:t> Efficient resource management and smooth performance.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1971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1860C-2605-9103-0613-15932CF3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F97FCA7B-29A1-DEC1-6D6B-9B5D1826A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090B8F09-39CB-9482-5D6A-02ACC19B6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79" r="2659"/>
          <a:stretch>
            <a:fillRect/>
          </a:stretch>
        </p:blipFill>
        <p:spPr>
          <a:xfrm>
            <a:off x="20" y="10"/>
            <a:ext cx="7113748" cy="6864903"/>
          </a:xfrm>
          <a:prstGeom prst="rect">
            <a:avLst/>
          </a:prstGeom>
        </p:spPr>
      </p:pic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0E6177B-BF82-8D84-B98C-131C15714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5103" y="-5976"/>
            <a:ext cx="8556895" cy="6872531"/>
          </a:xfrm>
          <a:custGeom>
            <a:avLst/>
            <a:gdLst>
              <a:gd name="connsiteX0" fmla="*/ 5317418 w 8556895"/>
              <a:gd name="connsiteY0" fmla="*/ 0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5869355 w 8556895"/>
              <a:gd name="connsiteY4" fmla="*/ 6865265 h 6865265"/>
              <a:gd name="connsiteX5" fmla="*/ 0 w 8556895"/>
              <a:gd name="connsiteY5" fmla="*/ 6865265 h 6865265"/>
              <a:gd name="connsiteX6" fmla="*/ 3430955 w 8556895"/>
              <a:gd name="connsiteY6" fmla="*/ 3434310 h 6865265"/>
              <a:gd name="connsiteX7" fmla="*/ 176556 w 8556895"/>
              <a:gd name="connsiteY7" fmla="*/ 7819 h 6865265"/>
              <a:gd name="connsiteX8" fmla="*/ 154644 w 8556895"/>
              <a:gd name="connsiteY8" fmla="*/ 7265 h 6865265"/>
              <a:gd name="connsiteX9" fmla="*/ 5317418 w 8556895"/>
              <a:gd name="connsiteY9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5869355 w 8556895"/>
              <a:gd name="connsiteY4" fmla="*/ 6865265 h 6865265"/>
              <a:gd name="connsiteX5" fmla="*/ 0 w 8556895"/>
              <a:gd name="connsiteY5" fmla="*/ 6865265 h 6865265"/>
              <a:gd name="connsiteX6" fmla="*/ 3430955 w 8556895"/>
              <a:gd name="connsiteY6" fmla="*/ 3434310 h 6865265"/>
              <a:gd name="connsiteX7" fmla="*/ 176556 w 8556895"/>
              <a:gd name="connsiteY7" fmla="*/ 7819 h 6865265"/>
              <a:gd name="connsiteX8" fmla="*/ 154644 w 8556895"/>
              <a:gd name="connsiteY8" fmla="*/ 7265 h 6865265"/>
              <a:gd name="connsiteX9" fmla="*/ 5317418 w 8556895"/>
              <a:gd name="connsiteY9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0 w 8556895"/>
              <a:gd name="connsiteY4" fmla="*/ 6865265 h 6865265"/>
              <a:gd name="connsiteX5" fmla="*/ 3430955 w 8556895"/>
              <a:gd name="connsiteY5" fmla="*/ 3434310 h 6865265"/>
              <a:gd name="connsiteX6" fmla="*/ 176556 w 8556895"/>
              <a:gd name="connsiteY6" fmla="*/ 7819 h 6865265"/>
              <a:gd name="connsiteX7" fmla="*/ 154644 w 8556895"/>
              <a:gd name="connsiteY7" fmla="*/ 7265 h 6865265"/>
              <a:gd name="connsiteX8" fmla="*/ 5317418 w 8556895"/>
              <a:gd name="connsiteY8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0 w 8556895"/>
              <a:gd name="connsiteY3" fmla="*/ 6865265 h 6865265"/>
              <a:gd name="connsiteX4" fmla="*/ 3430955 w 8556895"/>
              <a:gd name="connsiteY4" fmla="*/ 3434310 h 6865265"/>
              <a:gd name="connsiteX5" fmla="*/ 176556 w 8556895"/>
              <a:gd name="connsiteY5" fmla="*/ 7819 h 6865265"/>
              <a:gd name="connsiteX6" fmla="*/ 154644 w 8556895"/>
              <a:gd name="connsiteY6" fmla="*/ 7265 h 6865265"/>
              <a:gd name="connsiteX7" fmla="*/ 5317418 w 8556895"/>
              <a:gd name="connsiteY7" fmla="*/ 7265 h 6865265"/>
              <a:gd name="connsiteX0" fmla="*/ 154644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0 w 8556895"/>
              <a:gd name="connsiteY3" fmla="*/ 6865265 h 6865265"/>
              <a:gd name="connsiteX4" fmla="*/ 3430955 w 8556895"/>
              <a:gd name="connsiteY4" fmla="*/ 3434310 h 6865265"/>
              <a:gd name="connsiteX5" fmla="*/ 176556 w 8556895"/>
              <a:gd name="connsiteY5" fmla="*/ 7819 h 6865265"/>
              <a:gd name="connsiteX6" fmla="*/ 154644 w 8556895"/>
              <a:gd name="connsiteY6" fmla="*/ 7265 h 6865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56895" h="6865265">
                <a:moveTo>
                  <a:pt x="154644" y="7265"/>
                </a:moveTo>
                <a:lnTo>
                  <a:pt x="8556895" y="0"/>
                </a:lnTo>
                <a:lnTo>
                  <a:pt x="8556895" y="6858000"/>
                </a:lnTo>
                <a:lnTo>
                  <a:pt x="0" y="6865265"/>
                </a:lnTo>
                <a:cubicBezTo>
                  <a:pt x="1894864" y="6865265"/>
                  <a:pt x="3430955" y="5329174"/>
                  <a:pt x="3430955" y="3434310"/>
                </a:cubicBezTo>
                <a:cubicBezTo>
                  <a:pt x="3430955" y="1598661"/>
                  <a:pt x="1989370" y="99711"/>
                  <a:pt x="176556" y="7819"/>
                </a:cubicBezTo>
                <a:lnTo>
                  <a:pt x="154644" y="72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B823D-4E42-0E04-E533-080C0C24C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6518" y="685800"/>
            <a:ext cx="4155881" cy="3814481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Presentation on iOS</a:t>
            </a:r>
            <a:br>
              <a:rPr lang="en-US" sz="4800" dirty="0">
                <a:solidFill>
                  <a:srgbClr val="FFFFFF"/>
                </a:solidFill>
              </a:rPr>
            </a:br>
            <a:endParaRPr lang="en-IN" sz="4800" dirty="0">
              <a:solidFill>
                <a:srgbClr val="FFFFFF"/>
              </a:solidFill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A05BDEA-9ECB-ECE3-20A6-C87C04D1E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600" y="4957767"/>
            <a:ext cx="9880399" cy="1907146"/>
          </a:xfrm>
          <a:custGeom>
            <a:avLst/>
            <a:gdLst>
              <a:gd name="connsiteX0" fmla="*/ 3703306 w 9880399"/>
              <a:gd name="connsiteY0" fmla="*/ 0 h 1907146"/>
              <a:gd name="connsiteX1" fmla="*/ 9880399 w 9880399"/>
              <a:gd name="connsiteY1" fmla="*/ 0 h 1907146"/>
              <a:gd name="connsiteX2" fmla="*/ 9880399 w 9880399"/>
              <a:gd name="connsiteY2" fmla="*/ 1907146 h 1907146"/>
              <a:gd name="connsiteX3" fmla="*/ 0 w 9880399"/>
              <a:gd name="connsiteY3" fmla="*/ 1907146 h 1907146"/>
              <a:gd name="connsiteX4" fmla="*/ 38110 w 9880399"/>
              <a:gd name="connsiteY4" fmla="*/ 1752976 h 1907146"/>
              <a:gd name="connsiteX5" fmla="*/ 2390342 w 9880399"/>
              <a:gd name="connsiteY5" fmla="*/ 1 h 1907146"/>
              <a:gd name="connsiteX6" fmla="*/ 2500931 w 9880399"/>
              <a:gd name="connsiteY6" fmla="*/ 2797 h 1907146"/>
              <a:gd name="connsiteX7" fmla="*/ 3703306 w 9880399"/>
              <a:gd name="connsiteY7" fmla="*/ 2797 h 190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80399" h="1907146">
                <a:moveTo>
                  <a:pt x="3703306" y="0"/>
                </a:moveTo>
                <a:lnTo>
                  <a:pt x="9880399" y="0"/>
                </a:lnTo>
                <a:lnTo>
                  <a:pt x="9880399" y="1907146"/>
                </a:lnTo>
                <a:lnTo>
                  <a:pt x="0" y="1907146"/>
                </a:lnTo>
                <a:lnTo>
                  <a:pt x="38110" y="1752976"/>
                </a:lnTo>
                <a:cubicBezTo>
                  <a:pt x="339672" y="739254"/>
                  <a:pt x="1278677" y="1"/>
                  <a:pt x="2390342" y="1"/>
                </a:cubicBezTo>
                <a:lnTo>
                  <a:pt x="2500931" y="2797"/>
                </a:lnTo>
                <a:lnTo>
                  <a:pt x="3703306" y="2797"/>
                </a:lnTo>
                <a:close/>
              </a:path>
            </a:pathLst>
          </a:cu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91780-485E-480C-6A31-24DA1DFC2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7435" y="5257800"/>
            <a:ext cx="4834964" cy="1118445"/>
          </a:xfrm>
        </p:spPr>
        <p:txBody>
          <a:bodyPr anchor="ctr">
            <a:normAutofit/>
          </a:bodyPr>
          <a:lstStyle/>
          <a:p>
            <a:pPr algn="r"/>
            <a:r>
              <a:rPr lang="en-US" sz="1400" dirty="0">
                <a:solidFill>
                  <a:srgbClr val="FFFFFF"/>
                </a:solidFill>
              </a:rPr>
              <a:t>BY AKSHAT RAHANGDALE </a:t>
            </a:r>
            <a:endParaRPr lang="en-IN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8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FF30AE3-5A36-4C87-A232-1BB2380AE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25B5FF-E13A-45B8-AE8F-C24F2DD7D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3942" cy="2128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A23B282-46D3-4D08-AA8B-B34C55AD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42" y="0"/>
            <a:ext cx="2343647" cy="4385568"/>
          </a:xfrm>
          <a:custGeom>
            <a:avLst/>
            <a:gdLst>
              <a:gd name="connsiteX0" fmla="*/ 0 w 2343647"/>
              <a:gd name="connsiteY0" fmla="*/ 0 h 4385568"/>
              <a:gd name="connsiteX1" fmla="*/ 13818 w 2343647"/>
              <a:gd name="connsiteY1" fmla="*/ 0 h 4385568"/>
              <a:gd name="connsiteX2" fmla="*/ 34560 w 2343647"/>
              <a:gd name="connsiteY2" fmla="*/ 141658 h 4385568"/>
              <a:gd name="connsiteX3" fmla="*/ 2208831 w 2343647"/>
              <a:gd name="connsiteY3" fmla="*/ 2118828 h 4385568"/>
              <a:gd name="connsiteX4" fmla="*/ 2343647 w 2343647"/>
              <a:gd name="connsiteY4" fmla="*/ 2125211 h 4385568"/>
              <a:gd name="connsiteX5" fmla="*/ 2208831 w 2343647"/>
              <a:gd name="connsiteY5" fmla="*/ 2131594 h 4385568"/>
              <a:gd name="connsiteX6" fmla="*/ 3143 w 2343647"/>
              <a:gd name="connsiteY6" fmla="*/ 4323325 h 4385568"/>
              <a:gd name="connsiteX7" fmla="*/ 0 w 2343647"/>
              <a:gd name="connsiteY7" fmla="*/ 4385568 h 438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3647" h="4385568">
                <a:moveTo>
                  <a:pt x="0" y="0"/>
                </a:moveTo>
                <a:lnTo>
                  <a:pt x="13818" y="0"/>
                </a:lnTo>
                <a:lnTo>
                  <a:pt x="34560" y="141658"/>
                </a:lnTo>
                <a:cubicBezTo>
                  <a:pt x="237593" y="1199063"/>
                  <a:pt x="1119361" y="2015131"/>
                  <a:pt x="2208831" y="2118828"/>
                </a:cubicBezTo>
                <a:lnTo>
                  <a:pt x="2343647" y="2125211"/>
                </a:lnTo>
                <a:lnTo>
                  <a:pt x="2208831" y="2131594"/>
                </a:lnTo>
                <a:cubicBezTo>
                  <a:pt x="1046730" y="2242204"/>
                  <a:pt x="120947" y="3163335"/>
                  <a:pt x="3143" y="4323325"/>
                </a:cubicBezTo>
                <a:lnTo>
                  <a:pt x="0" y="43855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309C63A-BB43-4695-A368-9B4D722F1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343647" cy="4385568"/>
          </a:xfrm>
          <a:custGeom>
            <a:avLst/>
            <a:gdLst>
              <a:gd name="connsiteX0" fmla="*/ 0 w 2343647"/>
              <a:gd name="connsiteY0" fmla="*/ 0 h 4385568"/>
              <a:gd name="connsiteX1" fmla="*/ 13818 w 2343647"/>
              <a:gd name="connsiteY1" fmla="*/ 0 h 4385568"/>
              <a:gd name="connsiteX2" fmla="*/ 34560 w 2343647"/>
              <a:gd name="connsiteY2" fmla="*/ 141658 h 4385568"/>
              <a:gd name="connsiteX3" fmla="*/ 2208831 w 2343647"/>
              <a:gd name="connsiteY3" fmla="*/ 2118828 h 4385568"/>
              <a:gd name="connsiteX4" fmla="*/ 2343647 w 2343647"/>
              <a:gd name="connsiteY4" fmla="*/ 2125211 h 4385568"/>
              <a:gd name="connsiteX5" fmla="*/ 2208831 w 2343647"/>
              <a:gd name="connsiteY5" fmla="*/ 2131594 h 4385568"/>
              <a:gd name="connsiteX6" fmla="*/ 3143 w 2343647"/>
              <a:gd name="connsiteY6" fmla="*/ 4323325 h 4385568"/>
              <a:gd name="connsiteX7" fmla="*/ 0 w 2343647"/>
              <a:gd name="connsiteY7" fmla="*/ 4385568 h 438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3647" h="4385568">
                <a:moveTo>
                  <a:pt x="0" y="0"/>
                </a:moveTo>
                <a:lnTo>
                  <a:pt x="13818" y="0"/>
                </a:lnTo>
                <a:lnTo>
                  <a:pt x="34560" y="141658"/>
                </a:lnTo>
                <a:cubicBezTo>
                  <a:pt x="237593" y="1199063"/>
                  <a:pt x="1119361" y="2015131"/>
                  <a:pt x="2208831" y="2118828"/>
                </a:cubicBezTo>
                <a:lnTo>
                  <a:pt x="2343647" y="2125211"/>
                </a:lnTo>
                <a:lnTo>
                  <a:pt x="2208831" y="2131594"/>
                </a:lnTo>
                <a:cubicBezTo>
                  <a:pt x="1046730" y="2242204"/>
                  <a:pt x="120947" y="3163335"/>
                  <a:pt x="3143" y="4323325"/>
                </a:cubicBezTo>
                <a:lnTo>
                  <a:pt x="0" y="4385568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F9876-5775-A6FE-A670-897079EF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43459"/>
            <a:ext cx="9914859" cy="1291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</a:rPr>
              <a:t>What is Ios?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A2E5B4F-CF4D-CB37-A61A-D239AD4D3D9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14400" y="2766727"/>
            <a:ext cx="6705600" cy="34102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iOS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mobile operating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developed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Apple Inc.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Designed exclusively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Apple devices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iPhone, iPad, and iPod Touch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First released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2007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alongside the first iPhone.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Known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smooth performance, security, and user-friendly interface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  <p:pic>
        <p:nvPicPr>
          <p:cNvPr id="7" name="Picture Placeholder 6" descr="A close-up of a logo&#10;&#10;AI-generated content may be incorrect.">
            <a:extLst>
              <a:ext uri="{FF2B5EF4-FFF2-40B4-BE49-F238E27FC236}">
                <a16:creationId xmlns:a16="http://schemas.microsoft.com/office/drawing/2014/main" id="{36EBB014-B77D-92B2-32BC-71DE7CE1CFF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1" t="5560" r="681" b="5009"/>
          <a:stretch>
            <a:fillRect/>
          </a:stretch>
        </p:blipFill>
        <p:spPr>
          <a:xfrm>
            <a:off x="8001001" y="2766727"/>
            <a:ext cx="3581400" cy="312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6B5C-6E92-0E48-6683-3D0FCD6D7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Features of iOS:</a:t>
            </a:r>
            <a:endParaRPr lang="en-IN" dirty="0"/>
          </a:p>
        </p:txBody>
      </p:sp>
      <p:pic>
        <p:nvPicPr>
          <p:cNvPr id="7" name="Picture Placeholder 6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D4E3A6F7-BC7B-6B1D-E8E6-02FCC7CF05A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5816600" y="457200"/>
            <a:ext cx="6172200" cy="4873625"/>
          </a:xfrm>
        </p:spPr>
      </p:pic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5384DDBE-025F-5C72-BA12-09823527B0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9753707"/>
              </p:ext>
            </p:extLst>
          </p:nvPr>
        </p:nvGraphicFramePr>
        <p:xfrm>
          <a:off x="203200" y="2231136"/>
          <a:ext cx="5682932" cy="441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424686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1D6E0-2C16-3FBA-E931-C10FCC7A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E2F9D6F8-1F50-9F5D-BD94-C44D26A7F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854E4C70-9F40-4F74-028A-EFA1CF85E1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79" r="2659"/>
          <a:stretch>
            <a:fillRect/>
          </a:stretch>
        </p:blipFill>
        <p:spPr>
          <a:xfrm>
            <a:off x="20" y="10"/>
            <a:ext cx="7113748" cy="6864903"/>
          </a:xfrm>
          <a:prstGeom prst="rect">
            <a:avLst/>
          </a:prstGeom>
        </p:spPr>
      </p:pic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37C32E2-A3A0-BCF6-3E1E-377B6D68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5103" y="-5976"/>
            <a:ext cx="8556895" cy="6872531"/>
          </a:xfrm>
          <a:custGeom>
            <a:avLst/>
            <a:gdLst>
              <a:gd name="connsiteX0" fmla="*/ 5317418 w 8556895"/>
              <a:gd name="connsiteY0" fmla="*/ 0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5869355 w 8556895"/>
              <a:gd name="connsiteY4" fmla="*/ 6865265 h 6865265"/>
              <a:gd name="connsiteX5" fmla="*/ 0 w 8556895"/>
              <a:gd name="connsiteY5" fmla="*/ 6865265 h 6865265"/>
              <a:gd name="connsiteX6" fmla="*/ 3430955 w 8556895"/>
              <a:gd name="connsiteY6" fmla="*/ 3434310 h 6865265"/>
              <a:gd name="connsiteX7" fmla="*/ 176556 w 8556895"/>
              <a:gd name="connsiteY7" fmla="*/ 7819 h 6865265"/>
              <a:gd name="connsiteX8" fmla="*/ 154644 w 8556895"/>
              <a:gd name="connsiteY8" fmla="*/ 7265 h 6865265"/>
              <a:gd name="connsiteX9" fmla="*/ 5317418 w 8556895"/>
              <a:gd name="connsiteY9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5869355 w 8556895"/>
              <a:gd name="connsiteY4" fmla="*/ 6865265 h 6865265"/>
              <a:gd name="connsiteX5" fmla="*/ 0 w 8556895"/>
              <a:gd name="connsiteY5" fmla="*/ 6865265 h 6865265"/>
              <a:gd name="connsiteX6" fmla="*/ 3430955 w 8556895"/>
              <a:gd name="connsiteY6" fmla="*/ 3434310 h 6865265"/>
              <a:gd name="connsiteX7" fmla="*/ 176556 w 8556895"/>
              <a:gd name="connsiteY7" fmla="*/ 7819 h 6865265"/>
              <a:gd name="connsiteX8" fmla="*/ 154644 w 8556895"/>
              <a:gd name="connsiteY8" fmla="*/ 7265 h 6865265"/>
              <a:gd name="connsiteX9" fmla="*/ 5317418 w 8556895"/>
              <a:gd name="connsiteY9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5869355 w 8556895"/>
              <a:gd name="connsiteY3" fmla="*/ 6858000 h 6865265"/>
              <a:gd name="connsiteX4" fmla="*/ 0 w 8556895"/>
              <a:gd name="connsiteY4" fmla="*/ 6865265 h 6865265"/>
              <a:gd name="connsiteX5" fmla="*/ 3430955 w 8556895"/>
              <a:gd name="connsiteY5" fmla="*/ 3434310 h 6865265"/>
              <a:gd name="connsiteX6" fmla="*/ 176556 w 8556895"/>
              <a:gd name="connsiteY6" fmla="*/ 7819 h 6865265"/>
              <a:gd name="connsiteX7" fmla="*/ 154644 w 8556895"/>
              <a:gd name="connsiteY7" fmla="*/ 7265 h 6865265"/>
              <a:gd name="connsiteX8" fmla="*/ 5317418 w 8556895"/>
              <a:gd name="connsiteY8" fmla="*/ 7265 h 6865265"/>
              <a:gd name="connsiteX0" fmla="*/ 5317418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0 w 8556895"/>
              <a:gd name="connsiteY3" fmla="*/ 6865265 h 6865265"/>
              <a:gd name="connsiteX4" fmla="*/ 3430955 w 8556895"/>
              <a:gd name="connsiteY4" fmla="*/ 3434310 h 6865265"/>
              <a:gd name="connsiteX5" fmla="*/ 176556 w 8556895"/>
              <a:gd name="connsiteY5" fmla="*/ 7819 h 6865265"/>
              <a:gd name="connsiteX6" fmla="*/ 154644 w 8556895"/>
              <a:gd name="connsiteY6" fmla="*/ 7265 h 6865265"/>
              <a:gd name="connsiteX7" fmla="*/ 5317418 w 8556895"/>
              <a:gd name="connsiteY7" fmla="*/ 7265 h 6865265"/>
              <a:gd name="connsiteX0" fmla="*/ 154644 w 8556895"/>
              <a:gd name="connsiteY0" fmla="*/ 7265 h 6865265"/>
              <a:gd name="connsiteX1" fmla="*/ 8556895 w 8556895"/>
              <a:gd name="connsiteY1" fmla="*/ 0 h 6865265"/>
              <a:gd name="connsiteX2" fmla="*/ 8556895 w 8556895"/>
              <a:gd name="connsiteY2" fmla="*/ 6858000 h 6865265"/>
              <a:gd name="connsiteX3" fmla="*/ 0 w 8556895"/>
              <a:gd name="connsiteY3" fmla="*/ 6865265 h 6865265"/>
              <a:gd name="connsiteX4" fmla="*/ 3430955 w 8556895"/>
              <a:gd name="connsiteY4" fmla="*/ 3434310 h 6865265"/>
              <a:gd name="connsiteX5" fmla="*/ 176556 w 8556895"/>
              <a:gd name="connsiteY5" fmla="*/ 7819 h 6865265"/>
              <a:gd name="connsiteX6" fmla="*/ 154644 w 8556895"/>
              <a:gd name="connsiteY6" fmla="*/ 7265 h 6865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56895" h="6865265">
                <a:moveTo>
                  <a:pt x="154644" y="7265"/>
                </a:moveTo>
                <a:lnTo>
                  <a:pt x="8556895" y="0"/>
                </a:lnTo>
                <a:lnTo>
                  <a:pt x="8556895" y="6858000"/>
                </a:lnTo>
                <a:lnTo>
                  <a:pt x="0" y="6865265"/>
                </a:lnTo>
                <a:cubicBezTo>
                  <a:pt x="1894864" y="6865265"/>
                  <a:pt x="3430955" y="5329174"/>
                  <a:pt x="3430955" y="3434310"/>
                </a:cubicBezTo>
                <a:cubicBezTo>
                  <a:pt x="3430955" y="1598661"/>
                  <a:pt x="1989370" y="99711"/>
                  <a:pt x="176556" y="7819"/>
                </a:cubicBezTo>
                <a:lnTo>
                  <a:pt x="154644" y="72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45947-9B5B-F48C-3BB9-BB0D14634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6518" y="685800"/>
            <a:ext cx="4155881" cy="3814481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Presentation on Windows</a:t>
            </a:r>
            <a:br>
              <a:rPr lang="en-US" sz="4800" dirty="0">
                <a:solidFill>
                  <a:srgbClr val="FFFFFF"/>
                </a:solidFill>
              </a:rPr>
            </a:br>
            <a:endParaRPr lang="en-IN" sz="4800" dirty="0">
              <a:solidFill>
                <a:srgbClr val="FFFFFF"/>
              </a:solidFill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1B49D594-D1CE-DDCA-93F7-EF81BA95B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600" y="4957767"/>
            <a:ext cx="9880399" cy="1907146"/>
          </a:xfrm>
          <a:custGeom>
            <a:avLst/>
            <a:gdLst>
              <a:gd name="connsiteX0" fmla="*/ 3703306 w 9880399"/>
              <a:gd name="connsiteY0" fmla="*/ 0 h 1907146"/>
              <a:gd name="connsiteX1" fmla="*/ 9880399 w 9880399"/>
              <a:gd name="connsiteY1" fmla="*/ 0 h 1907146"/>
              <a:gd name="connsiteX2" fmla="*/ 9880399 w 9880399"/>
              <a:gd name="connsiteY2" fmla="*/ 1907146 h 1907146"/>
              <a:gd name="connsiteX3" fmla="*/ 0 w 9880399"/>
              <a:gd name="connsiteY3" fmla="*/ 1907146 h 1907146"/>
              <a:gd name="connsiteX4" fmla="*/ 38110 w 9880399"/>
              <a:gd name="connsiteY4" fmla="*/ 1752976 h 1907146"/>
              <a:gd name="connsiteX5" fmla="*/ 2390342 w 9880399"/>
              <a:gd name="connsiteY5" fmla="*/ 1 h 1907146"/>
              <a:gd name="connsiteX6" fmla="*/ 2500931 w 9880399"/>
              <a:gd name="connsiteY6" fmla="*/ 2797 h 1907146"/>
              <a:gd name="connsiteX7" fmla="*/ 3703306 w 9880399"/>
              <a:gd name="connsiteY7" fmla="*/ 2797 h 190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80399" h="1907146">
                <a:moveTo>
                  <a:pt x="3703306" y="0"/>
                </a:moveTo>
                <a:lnTo>
                  <a:pt x="9880399" y="0"/>
                </a:lnTo>
                <a:lnTo>
                  <a:pt x="9880399" y="1907146"/>
                </a:lnTo>
                <a:lnTo>
                  <a:pt x="0" y="1907146"/>
                </a:lnTo>
                <a:lnTo>
                  <a:pt x="38110" y="1752976"/>
                </a:lnTo>
                <a:cubicBezTo>
                  <a:pt x="339672" y="739254"/>
                  <a:pt x="1278677" y="1"/>
                  <a:pt x="2390342" y="1"/>
                </a:cubicBezTo>
                <a:lnTo>
                  <a:pt x="2500931" y="2797"/>
                </a:lnTo>
                <a:lnTo>
                  <a:pt x="3703306" y="2797"/>
                </a:lnTo>
                <a:close/>
              </a:path>
            </a:pathLst>
          </a:cu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690B2-BE28-8294-C2B0-F734C32D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7435" y="5257800"/>
            <a:ext cx="4834964" cy="1118445"/>
          </a:xfrm>
        </p:spPr>
        <p:txBody>
          <a:bodyPr anchor="ctr">
            <a:normAutofit/>
          </a:bodyPr>
          <a:lstStyle/>
          <a:p>
            <a:pPr algn="r"/>
            <a:r>
              <a:rPr lang="en-US" sz="1400" dirty="0">
                <a:solidFill>
                  <a:srgbClr val="FFFFFF"/>
                </a:solidFill>
              </a:rPr>
              <a:t>BY AKSHAT RAHANGDALE </a:t>
            </a:r>
            <a:endParaRPr lang="en-IN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6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63154B-778D-4A97-B328-36341A52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5D7039-6499-4D27-A45E-DF5E16A00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3942" cy="2128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DE9A7F4-691A-447E-ACC3-DF3EABCD2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135146"/>
            <a:ext cx="2343647" cy="4520714"/>
          </a:xfrm>
          <a:custGeom>
            <a:avLst/>
            <a:gdLst>
              <a:gd name="connsiteX0" fmla="*/ 2343647 w 2343647"/>
              <a:gd name="connsiteY0" fmla="*/ 0 h 4520714"/>
              <a:gd name="connsiteX1" fmla="*/ 2343647 w 2343647"/>
              <a:gd name="connsiteY1" fmla="*/ 4520714 h 4520714"/>
              <a:gd name="connsiteX2" fmla="*/ 2340504 w 2343647"/>
              <a:gd name="connsiteY2" fmla="*/ 4458470 h 4520714"/>
              <a:gd name="connsiteX3" fmla="*/ 134816 w 2343647"/>
              <a:gd name="connsiteY3" fmla="*/ 2266740 h 4520714"/>
              <a:gd name="connsiteX4" fmla="*/ 0 w 2343647"/>
              <a:gd name="connsiteY4" fmla="*/ 2260357 h 4520714"/>
              <a:gd name="connsiteX5" fmla="*/ 134816 w 2343647"/>
              <a:gd name="connsiteY5" fmla="*/ 2253974 h 4520714"/>
              <a:gd name="connsiteX6" fmla="*/ 2340504 w 2343647"/>
              <a:gd name="connsiteY6" fmla="*/ 62243 h 4520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647" h="4520714">
                <a:moveTo>
                  <a:pt x="2343647" y="0"/>
                </a:moveTo>
                <a:lnTo>
                  <a:pt x="2343647" y="4520714"/>
                </a:lnTo>
                <a:lnTo>
                  <a:pt x="2340504" y="4458470"/>
                </a:lnTo>
                <a:cubicBezTo>
                  <a:pt x="2222700" y="3298480"/>
                  <a:pt x="1296917" y="2377350"/>
                  <a:pt x="134816" y="2266740"/>
                </a:cubicBezTo>
                <a:lnTo>
                  <a:pt x="0" y="2260357"/>
                </a:lnTo>
                <a:lnTo>
                  <a:pt x="134816" y="2253974"/>
                </a:lnTo>
                <a:cubicBezTo>
                  <a:pt x="1296917" y="2143364"/>
                  <a:pt x="2222700" y="1222233"/>
                  <a:pt x="2340504" y="622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6C5CF39-BEA7-4686-ACC2-49AD7900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135146"/>
            <a:ext cx="2343647" cy="4520714"/>
          </a:xfrm>
          <a:custGeom>
            <a:avLst/>
            <a:gdLst>
              <a:gd name="connsiteX0" fmla="*/ 2343647 w 2343647"/>
              <a:gd name="connsiteY0" fmla="*/ 0 h 4520714"/>
              <a:gd name="connsiteX1" fmla="*/ 2343647 w 2343647"/>
              <a:gd name="connsiteY1" fmla="*/ 4520714 h 4520714"/>
              <a:gd name="connsiteX2" fmla="*/ 2340504 w 2343647"/>
              <a:gd name="connsiteY2" fmla="*/ 4458470 h 4520714"/>
              <a:gd name="connsiteX3" fmla="*/ 134816 w 2343647"/>
              <a:gd name="connsiteY3" fmla="*/ 2266740 h 4520714"/>
              <a:gd name="connsiteX4" fmla="*/ 0 w 2343647"/>
              <a:gd name="connsiteY4" fmla="*/ 2260357 h 4520714"/>
              <a:gd name="connsiteX5" fmla="*/ 134816 w 2343647"/>
              <a:gd name="connsiteY5" fmla="*/ 2253974 h 4520714"/>
              <a:gd name="connsiteX6" fmla="*/ 2340504 w 2343647"/>
              <a:gd name="connsiteY6" fmla="*/ 62243 h 4520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647" h="4520714">
                <a:moveTo>
                  <a:pt x="2343647" y="0"/>
                </a:moveTo>
                <a:lnTo>
                  <a:pt x="2343647" y="4520714"/>
                </a:lnTo>
                <a:lnTo>
                  <a:pt x="2340504" y="4458470"/>
                </a:lnTo>
                <a:cubicBezTo>
                  <a:pt x="2222700" y="3298480"/>
                  <a:pt x="1296917" y="2377350"/>
                  <a:pt x="134816" y="2266740"/>
                </a:cubicBezTo>
                <a:lnTo>
                  <a:pt x="0" y="2260357"/>
                </a:lnTo>
                <a:lnTo>
                  <a:pt x="134816" y="2253974"/>
                </a:lnTo>
                <a:cubicBezTo>
                  <a:pt x="1296917" y="2143364"/>
                  <a:pt x="2222700" y="1222233"/>
                  <a:pt x="2340504" y="6224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C73D8D-4E6B-8A52-DA20-7AF00071D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8884"/>
            <a:ext cx="10058399" cy="12627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</a:rPr>
              <a:t>What is Windows?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76C78D-18C1-0011-EFAD-CE2F5430ED2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14400" y="2727296"/>
            <a:ext cx="6346209" cy="34496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Windows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graphical operating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developed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Microsoft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Designed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personal computers, laptops, tablets, and servers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First released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1985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Windows 1.0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Known for its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user-friendly interface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and widespread use worldwide.</a:t>
            </a:r>
          </a:p>
        </p:txBody>
      </p:sp>
      <p:pic>
        <p:nvPicPr>
          <p:cNvPr id="7" name="Picture Placeholder 6" descr="A blue ball with a logo&#10;&#10;AI-generated content may be incorrect.">
            <a:extLst>
              <a:ext uri="{FF2B5EF4-FFF2-40B4-BE49-F238E27FC236}">
                <a16:creationId xmlns:a16="http://schemas.microsoft.com/office/drawing/2014/main" id="{0C7E0C3B-EA34-8550-47AE-42971C353D3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2" r="19166" b="1"/>
          <a:stretch>
            <a:fillRect/>
          </a:stretch>
        </p:blipFill>
        <p:spPr>
          <a:xfrm>
            <a:off x="7924800" y="2128964"/>
            <a:ext cx="4279142" cy="472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3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64D2207-AA67-DAD1-D42E-7A07328CA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7E51EC0-4A12-8E78-6206-A035C9061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3113" y="4849906"/>
            <a:ext cx="2153783" cy="2008094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Placeholder 7" descr="A blue square with white squares&#10;&#10;AI-generated content may be incorrect.">
            <a:extLst>
              <a:ext uri="{FF2B5EF4-FFF2-40B4-BE49-F238E27FC236}">
                <a16:creationId xmlns:a16="http://schemas.microsoft.com/office/drawing/2014/main" id="{F2125DFC-7FFF-93EA-D014-3E79AB00C65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0" r="12126" b="-2"/>
          <a:stretch>
            <a:fillRect/>
          </a:stretch>
        </p:blipFill>
        <p:spPr>
          <a:xfrm>
            <a:off x="727382" y="2008094"/>
            <a:ext cx="3410985" cy="43012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29886D-778E-9560-505C-2948B107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1" y="548639"/>
            <a:ext cx="3523686" cy="12943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/>
              <a:t>Key Features of Windows:</a:t>
            </a:r>
          </a:p>
        </p:txBody>
      </p:sp>
      <p:graphicFrame>
        <p:nvGraphicFramePr>
          <p:cNvPr id="27" name="Text Placeholder 3">
            <a:extLst>
              <a:ext uri="{FF2B5EF4-FFF2-40B4-BE49-F238E27FC236}">
                <a16:creationId xmlns:a16="http://schemas.microsoft.com/office/drawing/2014/main" id="{E9F9E47D-D804-1FAB-0177-93DC606ED935}"/>
              </a:ext>
            </a:extLst>
          </p:cNvPr>
          <p:cNvGraphicFramePr/>
          <p:nvPr/>
        </p:nvGraphicFramePr>
        <p:xfrm>
          <a:off x="4675695" y="548638"/>
          <a:ext cx="7126663" cy="5760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5564861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679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  <vt:variant>
        <vt:lpstr>Custom Shows</vt:lpstr>
      </vt:variant>
      <vt:variant>
        <vt:i4>1</vt:i4>
      </vt:variant>
    </vt:vector>
  </HeadingPairs>
  <TitlesOfParts>
    <vt:vector size="20" baseType="lpstr">
      <vt:lpstr>Aptos</vt:lpstr>
      <vt:lpstr>Arial</vt:lpstr>
      <vt:lpstr>Arial Nova Light</vt:lpstr>
      <vt:lpstr>Elephant</vt:lpstr>
      <vt:lpstr>Neue Haas Grotesk Text Pro</vt:lpstr>
      <vt:lpstr>ModOverlayVTI</vt:lpstr>
      <vt:lpstr>To Present Android, Mac OS, iOS, Windows </vt:lpstr>
      <vt:lpstr>Presentation on Android </vt:lpstr>
      <vt:lpstr>What is Android?</vt:lpstr>
      <vt:lpstr>Key Features of Android:</vt:lpstr>
      <vt:lpstr>Presentation on Mac OS </vt:lpstr>
      <vt:lpstr>What is Mac OS?</vt:lpstr>
      <vt:lpstr>Key Features of Mac OS:</vt:lpstr>
      <vt:lpstr>Presentation on iOS </vt:lpstr>
      <vt:lpstr>What is Ios?</vt:lpstr>
      <vt:lpstr>Key Features of iOS:</vt:lpstr>
      <vt:lpstr>Presentation on Windows </vt:lpstr>
      <vt:lpstr>What is Windows?</vt:lpstr>
      <vt:lpstr>Key Features of Windows: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 Rahangdale</dc:creator>
  <cp:lastModifiedBy>Akshat Rahangdale</cp:lastModifiedBy>
  <cp:revision>11</cp:revision>
  <dcterms:created xsi:type="dcterms:W3CDTF">2025-09-30T09:33:07Z</dcterms:created>
  <dcterms:modified xsi:type="dcterms:W3CDTF">2025-12-10T12:13:20Z</dcterms:modified>
</cp:coreProperties>
</file>